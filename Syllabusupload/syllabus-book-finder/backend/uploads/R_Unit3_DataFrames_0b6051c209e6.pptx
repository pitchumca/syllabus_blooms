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notesSlides/notesSlide38.xml" ContentType="application/vnd.openxmlformats-officedocument.presentationml.notesSlide+xml"/>
  <Override PartName="/ppt/ink/ink18.xml" ContentType="application/inkml+xml"/>
  <Override PartName="/ppt/ink/ink29.xml" ContentType="application/inkml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ink/ink6.xml" ContentType="application/inkml+xml"/>
  <Override PartName="/ppt/ink/ink25.xml" ContentType="application/inkml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14.xml" ContentType="application/inkml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ink/ink2.xml" ContentType="application/inkml+xml"/>
  <Override PartName="/ppt/ink/ink21.xml" ContentType="application/inkml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10.xml" ContentType="application/inkml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notesSlides/notesSlide3.xml" ContentType="application/vnd.openxmlformats-officedocument.presentationml.notesSlide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ink/ink19.xml" ContentType="application/inkml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ink/ink7.xml" ContentType="application/inkml+xml"/>
  <Override PartName="/ppt/ink/ink17.xml" ContentType="application/inkml+xml"/>
  <Override PartName="/ppt/ink/ink26.xml" ContentType="application/inkml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ink/ink3.xml" ContentType="application/inkml+xml"/>
  <Override PartName="/ppt/ink/ink5.xml" ContentType="application/inkml+xml"/>
  <Override PartName="/ppt/ink/ink15.xml" ContentType="application/inkml+xml"/>
  <Override PartName="/ppt/ink/ink24.xml" ContentType="application/inkml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.xml" ContentType="application/inkml+xml"/>
  <Override PartName="/ppt/ink/ink13.xml" ContentType="application/inkml+xml"/>
  <Override PartName="/ppt/ink/ink22.xml" ContentType="application/inkml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11.xml" ContentType="application/inkml+xml"/>
  <Override PartName="/ppt/ink/ink20.xml" ContentType="application/inkml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notesSlides/notesSlide29.xml" ContentType="application/vnd.openxmlformats-officedocument.presentationml.notesSlide+xml"/>
  <Override PartName="/ppt/ink/ink8.xml" ContentType="application/inkml+xml"/>
  <Override PartName="/ppt/ink/ink27.xml" ContentType="application/inkml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ink/ink16.xml" ContentType="application/inkml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ink/ink4.xml" ContentType="application/inkml+xml"/>
  <Override PartName="/ppt/ink/ink23.xml" ContentType="application/inkml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12.xml" ContentType="application/inkml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30.xml" ContentType="application/inkml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notesSlides/notesSlide19.xml" ContentType="application/vnd.openxmlformats-officedocument.presentationml.notesSlide+xml"/>
  <Override PartName="/ppt/ink/ink9.xml" ContentType="application/inkml+xml"/>
  <Override PartName="/ppt/ink/ink28.xml" ContentType="application/inkml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95" r:id="rId8"/>
    <p:sldId id="262" r:id="rId9"/>
    <p:sldId id="296" r:id="rId10"/>
    <p:sldId id="297" r:id="rId11"/>
    <p:sldId id="298" r:id="rId12"/>
    <p:sldId id="299" r:id="rId13"/>
    <p:sldId id="263" r:id="rId14"/>
    <p:sldId id="300" r:id="rId15"/>
    <p:sldId id="301" r:id="rId16"/>
    <p:sldId id="302" r:id="rId17"/>
    <p:sldId id="264" r:id="rId18"/>
    <p:sldId id="265" r:id="rId19"/>
    <p:sldId id="266" r:id="rId20"/>
    <p:sldId id="303" r:id="rId21"/>
    <p:sldId id="267" r:id="rId22"/>
    <p:sldId id="268" r:id="rId23"/>
    <p:sldId id="304" r:id="rId24"/>
    <p:sldId id="269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270" r:id="rId40"/>
    <p:sldId id="271" r:id="rId41"/>
    <p:sldId id="272" r:id="rId42"/>
    <p:sldId id="273" r:id="rId43"/>
    <p:sldId id="274" r:id="rId44"/>
    <p:sldId id="275" r:id="rId45"/>
    <p:sldId id="320" r:id="rId46"/>
    <p:sldId id="276" r:id="rId47"/>
    <p:sldId id="321" r:id="rId48"/>
    <p:sldId id="277" r:id="rId49"/>
    <p:sldId id="278" r:id="rId50"/>
    <p:sldId id="279" r:id="rId51"/>
    <p:sldId id="280" r:id="rId52"/>
    <p:sldId id="281" r:id="rId53"/>
    <p:sldId id="322" r:id="rId54"/>
    <p:sldId id="323" r:id="rId55"/>
    <p:sldId id="282" r:id="rId56"/>
    <p:sldId id="283" r:id="rId57"/>
    <p:sldId id="324" r:id="rId58"/>
    <p:sldId id="284" r:id="rId59"/>
    <p:sldId id="285" r:id="rId60"/>
    <p:sldId id="286" r:id="rId61"/>
    <p:sldId id="287" r:id="rId62"/>
    <p:sldId id="288" r:id="rId63"/>
    <p:sldId id="289" r:id="rId64"/>
    <p:sldId id="290" r:id="rId65"/>
    <p:sldId id="291" r:id="rId66"/>
    <p:sldId id="292" r:id="rId67"/>
    <p:sldId id="293" r:id="rId68"/>
    <p:sldId id="294" r:id="rId6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C82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-437" y="-77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  <inkml:channel name="T" type="integer" max="2.14748E9" units="dev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  <inkml:channelProperty channel="T" name="resolution" value="1" units="1/dev"/>
        </inkml:channelProperties>
      </inkml:inkSource>
      <inkml:timestamp xml:id="ts0" timeString="2026-08-06T08:08:16.2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20795 7990 512 0,'0'0'0'110,"0"0"0"-63,0 0 0-1,0-70 0-46,-105-1 0 0,16 107 0 0,-34 34 0 0,88 36 0 0,70-18 0 0,-35-88 0 125,0 0 0-93,0 0 0 15,0 0 0-1,0 0 0-14,106 124 0-17,-53-36 0-15,-53 0 0 0,-106-70 0 0,0-1 0 0,-18 19 0 0,19-36 0 0,-1-71 0 78,123 36 0-78</inkml:trace>
  <inkml:trace contextRef="#ctx0" brushRef="#br0" timeOffset="1395">20725 7902 512 0,'-88'-17'0'0,"-18"52"0"0,0 0 0 0,53 53 0 0,18 1 0 0,35-89 0 0,0 0 0 125,0 0 0-78,0 0 0-16,0 0 0 16,0 0 0-15,0 88 0-1,88-53 0-31,-35-53 0 0</inkml:trace>
  <inkml:trace contextRef="#ctx0" brushRef="#br0" timeOffset="2127.52">21025 7849 512 0,'-18'141'0'93,"18"-88"0"-93,0 53 0 0,0 0 0 0,0 0 0 110,0-18 0-110,53-53 0 93,53-35 0-93,-36-53 0 0,-70 53 0 0</inkml:trace>
  <inkml:trace contextRef="#ctx0" brushRef="#br0" timeOffset="2938.66">20742 8237 512 0,'177'-17'0'63,"-124"-1"0"-63,53-35 0 0,52 18 0 0,-122-36 0 62,-36 71 0 63,0 0 0-78,-53 89 0-31,70-1 0-16,36-53 0 0,35-35 0 93,1-18 0-93,-89 18 0 94,17-88 0-63,-17 35 0 94,18 53 0-125</inkml:trace>
  <inkml:trace contextRef="#ctx0" brushRef="#br0" timeOffset="3920.98">22030 8043 512 0,'-53'-17'0'0,"-70"17"0"47,-18 88 0-47,105 18 0 63,36-18 0-1,18-35 0-62,88 0 0 0,17-106 0 63,-35 0 0-63,-17-18 0 0,-36-34 0 93,-35-1 0-93,0 17 0 0,18 37 0 0,-36-54 0 94,1 18 0-94,-72 105 0 110,89 54 0-110,0-18 0 0,0 70 0 0,0-17 0 46,0 35 0-46,0-70 0 0,18 17 0 0,-18-88 0 125,0 0 0-78,0 0 0-15,0 0 0 14,0 0 0 1,0 0 0-15,0 0 0 14,0 0 0-14,71 88 0-32,-71-88 0 0</inkml:trace>
  <inkml:trace contextRef="#ctx0" brushRef="#br0" timeOffset="5404.25">19790 9207 512 0,'-18'106'0'62,"1"0"0"1,-1 0 0-63,18 0 0 0,-35 53 0 62,35-107 0 63,0-52 0-125</inkml:trace>
  <inkml:trace contextRef="#ctx0" brushRef="#br0" timeOffset="6224.96">19684 9225 512 0,'71'-123'0'0,"-18"123"0"0,52 0 0 0,-16 0 0 0,16 70 0 0,-105-70 0 125,0 0 0-93,0 141 0 15,-105-88 0-47,16-35 0 0,-16-18 0 0,193 53 0 46,-18 53 0 48,-34 35 0-94,34-88 0 0,18-36 0 78,-35-34 0-78,53-89 0 0,-88 18 0 78,-18 17 0-78,-53 18 0 0,-53 141 0 79,53 18 0-79,88 0 0 78,106-35 0-78,-70-54 0 62,52-34 0-62,-34-36 0 0,-36-36 0 0,-36 89 0 0</inkml:trace>
  <inkml:trace contextRef="#ctx0" brushRef="#br0" timeOffset="7032.64">20742 9525 512 0,'-123'-88'0'78,"35"158"0"-78,70 1 0 109,89-1 0-109,-71-70 0 141,0 0 0-94,53 0 0-47,17-52 0 0,-52-19 0 47,-36 194 0-32,36-34 0-15,-18 16 0 0,0 1 0 0,-71 18 0 0,36-36 0 0,-53-70 0 0,88-18 0 141,0 0 0-94,0 0 0-16,-124-18 0 0,36 0 0-31,88-87 0 0,71-19 0 47,-71 124 0-47</inkml:trace>
  <inkml:trace contextRef="#ctx0" brushRef="#br0" timeOffset="8044.07">20866 9490 512 0,'88'123'0'0,"-106"-17"0"0,18-35 0 78,0-230 0 32,18 71 0-110,53 35 0 0,-71 53 0 140,0 0 0-93,0 0 0 0,88 0 0-16,-35 53 0-31,-36 35 0 0,-17-88 0 141,36 70 0-126,-36-17 0 1,53-53 0-16,52-53 0 0,-52-17 0 0,-35-18 0 0,-89 158 0 0,71 1 0 0,53 35 0 63,0-71 0-63,71-106 0 0,-71 1 0 0,-71-36 0 0,-53 53 0 109,-70 53 0-109,53 71 0 0,88-71 0 109,0 0 0-62,0 0 0 0,0 35 0-16</inkml:trace>
  <inkml:trace contextRef="#ctx0" brushRef="#br0" timeOffset="8622.83">23124 9260 512 0,'-36'106'0'0,"36"-106"0"125,0 0 0-78,0 0 0-1,0 0 0-14,0 0 0 15,0 106 0-16,-17 0 0-31,17 0 0 0,17-247 0 78,36 88 0-78,-18-35 0 0,54 52 0 16,-19 36 0-16,-17 36 0 0,35 87 0 0,-70-17 0 0,-18 0 0 0,176-89 0 0,-70-52 0 31,-106 35 0-16</inkml:trace>
  <inkml:trace contextRef="#ctx0" brushRef="#br0" timeOffset="10413.1">23970 9313 512 0,'-70'-17'0'94,"-19"17"0"-94,-34 106 0 0,52 17 0 0,71-123 0 109,0 0 0-62,0 88 0-16,71-17 0-31,52-71 0 110,-17-88 0-95,-53-18 0-15,-88 18 0 0,-18 176 0 0,53 0 0 47,106 18 0-47,17-71 0 0,-52-106 0 0,-18-34 0 94,0-1 0-94,-89 35 0 109,36 124 0-109,0 53 0 0,0-18 0 125,0-88 0-31,53-106 0-78,-35 18 0-16,88 71 0 0,0 122 0 125,-71-16 0-125,-35-89 0 109,35-159 0-93,36 53 0-16,17 88 0 0,-88 18 0 109,0 0 0-62,70 18 0-16,-34 123 0-15,-36-88 0-16,0 53 0 0,123-89 0 0,-35-52 0 31,1-71 0-31,-72 18 0 0,-123 0 0 0,106 88 0 125,0 0 0-78,0 0 0-16,0 0 0 16,0 0 0 0,0 0 0-16,-105 88 0-31,105 36 0 0,105-36 0 0,54 0 0 0,-35-88 0 0,-71 0 0 0,-53 0 0 0</inkml:trace>
  <inkml:trace contextRef="#ctx0" brushRef="#br0" timeOffset="11903.06">26880 9102 512 0,'-105'-53'0'0,"16"88"0"0,-34 53 0 0,123-88 0 109,0 0 0-62,0 106 0-31,88-88 0-16,18-18 0 0,0-36 0 0,-18-17 0 0,-106-35 0 0,-70 176 0 0,88 18 0 0,35 18 0 0,18 35 0 0,-17-36 0 0,-19 0 0 94,-70-17 0-94,-35-106 0 0,-35-17 0 0,17-72 0 0,18-34 0 0,123 17 0 0,141-17 0 0,-17 17 0 0,18 0 0 0,-89 35 0 78,0-17 0-63,-53 35 0-15,-17-17 0 0,-36-36 0 63,-70 53 0-63,88 53 0 109,-53 124 0-93,53-1 0-16,0 0 0 0,-35 54 0 0,70-36 0 0,-35 18 0 78,0-53 0-78,18-1 0 0,-1-34 0 0,-17-71 0 125,18 88 0-109,0-211 0-16,-36-1 0 0,18-35 0 0,0 89 0 15,0 70 0 79,0-88 0-78,-18-18 0-16,36 35 0 0,53 18 0 0,34 53 0 0,-16 53 0 0,-89-53 0 140,0 0 0-93,-36 71 0-47,-34-36 0 16,-1-35 0-16,-17-17 0 0,88 17 0 0</inkml:trace>
  <inkml:trace contextRef="#ctx0" brushRef="#br0" timeOffset="12406.28">27886 9172 512 0,'-53'-88'0'0,"53"88"0"125,-106-18 0-110,18 36 0-15,17 17 0 0,36 71 0 63,123-18 0-63,18-88 0 0,0-35 0 0,-53-36 0 94,-35 142 0-16,17 17 0-78,71-35 0 15,-89-35 0 79</inkml:trace>
  <inkml:trace contextRef="#ctx0" brushRef="#br0" timeOffset="17667.91">20637 10442 512 0,'105'106'0'47,"-34"-18"0"-47,-71-88 0 110,0 0 0-63,35 53 0-32,36 35 0-15,-18 18 0 0,35-35 0 63,-35-18 0-63,-36-159 0 0,-17 106 0 0</inkml:trace>
  <inkml:trace contextRef="#ctx0" brushRef="#br0" timeOffset="19292.88">20848 10477 512 0,'0'106'0'62,"0"-17"0"-62,-17-19 0 94,17 1 0-94,0 17 0 63,-18-194 0-63,18 0 0 0,0 18 0 93,18-18 0-93,-18 36 0 78,70 175 0-78,-35 1 0 0,-17-35 0 0,0 70 0 47,35-35 0-47,-53 0 0 0,17-36 0 94,71-88 0-94,-88 18 0 0</inkml:trace>
  <inkml:trace contextRef="#ctx0" brushRef="#br0" timeOffset="19879.66">21430 10583 512 0,'0'0'0'109,"0"0"0"-62,-106 106 0-15,71-18 0-32,35 1 0 0,71-1 0 0,-71-88 0 93,106 17 0-93,17-87 0 0,-70-36 0 63,-53 18 0-63,-53 17 0 0,0 18 0 0,-17 53 0 78,-19 18 0-78,36 70 0 47,89 0 0-47,-36-88 0 0</inkml:trace>
  <inkml:trace contextRef="#ctx0" brushRef="#br0" timeOffset="20665.98">23917 10231 512 0,'106'105'0'62,"-35"-16"0"-62,-18-19 0 0,35 18 0 0,-18 1 0 0,-34-1 0 47,17-106 0 47</inkml:trace>
  <inkml:trace contextRef="#ctx0" brushRef="#br0" timeOffset="21021.86">24446 10213 512 0,'-88'53'0'94,"35"17"0"-94,-17-17 0 63,-18 35 0-63,17 18 0 0,0-35 0 0,54-36 0 109</inkml:trace>
  <inkml:trace contextRef="#ctx0" brushRef="#br0" timeOffset="22379.75">27075 10266 512 0,'-89'-88'0'47,"-17"88"0"-47,1 70 0 109,69 18 0-109,177-35 0 110,-52-53 0-110,-1-17 0 0,-35-19 0 0,-53-34 0 62,-35 176 0 16,17 17 0-78,36-35 0 0,-1 1 0 47,1-1 0 31,70-88 0-78,-88 0 0 0</inkml:trace>
  <inkml:trace contextRef="#ctx0" brushRef="#br0" timeOffset="22651.59">27357 10548 512 0,'35'-71'0'93,"53"-34"0"1,-88 105 0-94</inkml:trace>
  <inkml:trace contextRef="#ctx0" brushRef="#br0" timeOffset="23112.05">27727 10160 512 0,'-88'53'0'63,"123"0"0"-1,89 35 0-46,-36-70 0 46,-18 52 0-62,-34 36 0 78,-142-71 0-78,35-35 0 0,-17 0 0 110,0-53 0-110,88 53 0 0</inkml:trace>
  <inkml:trace contextRef="#ctx0" brushRef="#br0" timeOffset="23374.76">27709 10231 512 0,'18'-71'0'93,"70"36"0"-93,18 17 0 110,18 18 0-110,-19 0 0 0,19 18 0 0,-36-1 0 0,-88-17 0 0</inkml:trace>
  <inkml:trace contextRef="#ctx0" brushRef="#br0" timeOffset="26546.26">20936 11747 512 0,'-70'-105'0'62,"158"87"0"1,18 36 0-63,-36-18 0 0,-70 0 0 0,106 123 0 62,-106-17 0-62,-88 53 0 63,-18-106 0-63,0 0 0 0,1-36 0 62,16-34 0-62,1-1 0 0,53-53 0 63,70-17 0-63,142 106 0 94,-72 70 0-94,-34 18 0 62,-36-36 0-62,36-17 0 0,52-123 0 47,-70-18 0-47,-53 88 0 109</inkml:trace>
  <inkml:trace contextRef="#ctx0" brushRef="#br0" timeOffset="27043.15">21501 11836 512 0,'-53'35'0'0,"35"53"0"47,18 0 0-47,18-17 0 0,-18-71 0 125,0 0 0-93,88 53 0-1,36-71 0-31,-36-70 0 94,-71-18 0-94,-87 0 0 0,-36 53 0 0,18 53 0 0,35 36 0 0,88 87 0 0,-17-123 0 78</inkml:trace>
  <inkml:trace contextRef="#ctx0" brushRef="#br0" timeOffset="27659.37">24005 11307 512 0,'124'123'0'78,"-36"0"0"-16,0-34 0-62,-35-19 0 110,53-158 0-110,-106 88 0 0</inkml:trace>
  <inkml:trace contextRef="#ctx0" brushRef="#br0" timeOffset="28016.66">24605 11324 512 0,'-53'106'0'94,"18"-18"0"-47,-36 0 0-47,19 18 0 0,-19 0 0 0,0-18 0 0,36 18 0 94,-35-53 0-94,52 53 0 62,36-124 0-62</inkml:trace>
  <inkml:trace contextRef="#ctx0" brushRef="#br0" timeOffset="29111.56">26845 11271 512 0,'0'0'0'125,"0"0"0"-78,106 18 0-16,35 0 0-31,-35-18 0 0,0-36 0 47,-106 36 0 62,-18 71 0-62,1 17 0-47,-1 0 0 0,-17-17 0 0,35-1 0 0,0-70 0 0,0 0 0 0,35 141 0 0,-35-141 0 0,53 106 0 47,-53-106 0-31</inkml:trace>
  <inkml:trace contextRef="#ctx0" brushRef="#br0" timeOffset="29322.51">27621 11606 512 0,'71'-70'0'63</inkml:trace>
  <inkml:trace contextRef="#ctx0" brushRef="#br0" timeOffset="29925.58">27992 11289 512 0,'0'0'0'125,"-53"88"0"-94,159-35 0 94,-18-53 0-125,18 71 0 78,-71-19 0-78,-35 37 0 0,-18-19 0 0,-70-17 0 94,18-53 0-94,-89-35 0 62,106-53 0-62,18 88 0 0</inkml:trace>
  <inkml:trace contextRef="#ctx0" brushRef="#br0" timeOffset="30129.67">27904 11307 512 0,'88'-36'0'0,"18"1"0"62,35 35 0-46,-18 0 0-16,-17-18 0 47,-53 18 0-47</inkml:trace>
  <inkml:trace contextRef="#ctx0" brushRef="#br0" timeOffset="31715.37">20760 13000 512 0,'88'17'0'0,"18"1"0"0,-18-18 0 0,-17-18 0 0,-230 107 0 0,159-89 0 0,-106 106 0 0,18-36 0 0,194-123 0 0,-18 53 0 78,0 18 0-78,0 123 0 0,-88-88 0 78,-17 35 0-78,-54-17 0 0,-17-19 0 0,88-52 0 125,-106 0 0-93,0 0 0-32,1-17 0 0,-1-18 0 0,53-18 0 0,106-88 0 0,-53 141 0 0</inkml:trace>
  <inkml:trace contextRef="#ctx0" brushRef="#br0" timeOffset="32381.8">21536 13229 512 0,'0'0'0'125,"0"0"0"-94,-88 88 0 0,35-17 0-31,53 88 0 0,71-71 0 0,-1-71 0 0,71-52 0 63,-141 35 0 46,71-123 0-77,-71 35 0-32,-71-89 0 0,-52 124 0 0,35 0 0 0,88 53 0 140,-89 18 0-109,72 70 0-31,17-88 0 0</inkml:trace>
  <inkml:trace contextRef="#ctx0" brushRef="#br0" timeOffset="33214.94">24129 13106 512 0,'0'0'0'125,"0"0"0"-78,0 0 0-15,106-36 0-17,53 1 0-15,-107 35 0 0,54 0 0 0,-106 0 0 110,0 0 0-64,0 0 0 1,71-18 0-15,-54 107 0-32,-122 34 0 0,-1-52 0 0,18-18 0 0,-18 35 0 0,53-35 0 46,123-106 0-46,89 53 0 16,-71 0 0-16,18 53 0 0,-35 0 0 0,87 0 0 63,-122-89 0-63</inkml:trace>
  <inkml:trace contextRef="#ctx0" brushRef="#br0" timeOffset="34210.68">27410 12682 512 0,'-89'18'0'47,"54"88"0"-47,18 0 0 0,-1-1 0 0,18-105 0 110,0 0 0-64,0 0 0-14,0 0 0 15,0 0 0-1,0 0 0-14,0 0 0 15,35 159 0-32,0-88 0-15,142 35 0 0,-89-106 0 0,-88 0 0 110,0 0 0-64,0 0 0-14,0 0 0 15,53-106 0-47,-106 0 0 0,-53 53 0 0,18 53 0 0,0 35 0 0,88 54 0 0,53-1 0 0,17-53 0 0,18-35 0 0,-88 0 0 0</inkml:trace>
  <inkml:trace contextRef="#ctx0" brushRef="#br0" timeOffset="34271.08">27833 13070 512 0,'106'-35'0'0,"-89"17"0"0</inkml:trace>
  <inkml:trace contextRef="#ctx0" brushRef="#br0" timeOffset="34952.37">28168 12788 512 0,'-18'71'0'79,"71"-18"0"-79,71 35 0 0,17-18 0 62,-35-17 0-62,-89 36 0 0,-17-89 0 141,0 0 0-94,-53 123 0-32,-17-123 0-15,-18 18 0 0,88-18 0 110,0 0 0-64,0 0 0-14,-71-18 0-1,-17 0 0-31,17-17 0 0</inkml:trace>
  <inkml:trace contextRef="#ctx0" brushRef="#br0" timeOffset="34966.51">28150 12806 512 0,'106'-18'0'0,"0"18"0"0,106 0 0 0,-89 18 0 0,-17-1 0 0,-35 36 0 0</inkml:trace>
  <inkml:trace contextRef="#ctx0" brushRef="#br0" timeOffset="61506.48">13758 14482 512 0,'53'-89'0'62,"-36"1"0"-62,-34 18 0 63,-124-1 0-32,88 71 0-31,-106 71 0 15,88-19 0-15,1 37 0 47,-1 17 0-47,54-1 0 0,70 1 0 78,-1-35 0-78,37-107 0 63,-19-34 0-47,-35-18 0-16,-17 0 0 0,35-18 0 0,-35 17 0 46,-18 89 0 64,35 106 0-110,-35 0 0 0,18 53 0 15,70-89 0 64,0-34 0-79,53-89 0 0,-53-53 0 46,-17-35 0-46,-36-36 0 0,-35 177 0 0</inkml:trace>
  <inkml:trace contextRef="#ctx0" brushRef="#br0" timeOffset="61983.12">14128 13652 512 0,'-35'106'0'63,"17"53"0"-1,18 53 0-62,-17 17 0 0,-1 18 0 47,-35 35 0-47,53-35 0 0,0-247 0 125,0 282 0-109,0-70 0-16,0-88 0 0,35-36 0 0,-35-35 0 62,-53-177 0-62,53-70 0 0,0 159 0 0</inkml:trace>
  <inkml:trace contextRef="#ctx0" brushRef="#br0" timeOffset="62269.71">13916 14781 512 0,'0'-70'0'94,"36"-54"0"-94,34 36 0 0,-17 53 0 0,53 17 0 47,-35 36 0-47,17 35 0 0,-71 88 0 0,-69-88 0 47,-72 17 0-47,18-140 0 93,124-54 0-77,-18 124 0-16</inkml:trace>
  <inkml:trace contextRef="#ctx0" brushRef="#br0" timeOffset="62740.62">14463 13741 512 0,'18'141'0'0,"0"53"0"78,-18 17 0-78,0 1 0 0,0 0 0 0,0 17 0 47,-18-35 0-47,18 71 0 0,0-159 0 0,0-1 0 78,-18-263 0 32,18 105 0-110,0 53 0 0</inkml:trace>
  <inkml:trace contextRef="#ctx0" brushRef="#br0" timeOffset="63043.9">14410 14517 512 0,'53'-53'0'0,"35"-35"0"0,-17 88 0 0,17 17 0 62,-17 89 0-62,-142 0 0 0,-17-53 0 0,35-53 0 0,-35 0 0 94,0-71 0-94,158-105 0 47,-52 176 0-32</inkml:trace>
  <inkml:trace contextRef="#ctx0" brushRef="#br0" timeOffset="64079.95">14887 13635 512 0,'0'194'0'63,"0"-53"0"-63,0-18 0 0,0 36 0 93,17-18 0-93,1-35 0 0,52 0 0 63,19-88 0-63,-19-89 0 0,-35-35 0 62,-17 36 0-62,-18 70 0 125,0 0 0-93,0 88 0-17,35 0 0-15,124-70 0 63,-88-124 0-63,-71 35 0 0,35-17 0 62,-35 247 0-62,0-36 0 94,35 1 0-94,-17 87 0 0,-18-105 0 62,-18 0 0-62,-70 0 0 16,-18-18 0-16,-17-88 0 0,-1-35 0 0,1-106 0 94,140 0 0 0,107-36 0-94,-106 160 0 0</inkml:trace>
  <inkml:trace contextRef="#ctx0" brushRef="#br0" timeOffset="64517.48">16262 13441 512 0,'-70'-53'0'63,"-36"176"0"-63,18 89 0 93,53-53 0-93,-1 35 0 0,36 17 0 0,0 1 0 0,36 0 0 63,-19-106 0-63,54-1 0 0,-36 1 0 0,53-17 0 47,0-72 0-47,1-123 0 93,-89 106 0-93</inkml:trace>
  <inkml:trace contextRef="#ctx0" brushRef="#br0" timeOffset="72268.75">16703 14764 512 0,'88'-53'0'47,"36"0"0"-1,-1-88 0-46,-17 35 0 0,0-18 0 63,-35 36 0-63,-36 35 0 0,-35-35 0 47,-35 0 0-47,-36 53 0 15,-35 17 0-15,0 36 0 16,54 88 0 47,104 35 0-63,37-36 0 62,-1 1 0-62,35 0 0 0,-105 18 0 63,-36-36 0-63,-70-18 0 0,-18-34 0 15,0-36 0 48,1-53 0-63,175-212 0 0,-35 230 0 93</inkml:trace>
  <inkml:trace contextRef="#ctx0" brushRef="#br0" timeOffset="73376.98">17762 13758 512 0,'-18'124'0'62,"18"-18"0"-62,-18 88 0 0,-17-18 0 79,70-35 0-79,-35-17 0 15,0-19 0-15,0-16 0 47,-88-195 0 16,18 18 0-63,17 35 0 62,88-71 0 1,88 89 0-63,1 17 0 0,17 18 0 0,-70-17 0 78,-107 87 0 15,54 1 0-93,-18 17 0 0,106 18 0 32,0-53 0-32,-18-141 0 62,-71-1 0 1,-17 1 0-63,0 88 0 125,0 0 0-78,0 0 0-16,0 0 0 16,0 0 0-16,0 0 0 16,0 0 0-47</inkml:trace>
  <inkml:trace contextRef="#ctx0" brushRef="#br0" timeOffset="73765.39">18714 14499 512 0,'-88'-53'0'0,"35"18"0"0,-18 106 0 0,36-1 0 0,35-17 0 0,35 106 0 78,36-124 0-78,52-141 0 0,-87 18 0 0,-19-53 0 47,19 17 0-47,-36-34 0 0,0 52 0 0,0 0 0 94,-53 212 0-32,53 70 0-62,0-52 0 0,0-1 0 47,17 1 0-47,-17-36 0 0,53-18 0 16,-17-17 0 30,-36-53 0-46</inkml:trace>
  <inkml:trace contextRef="#ctx0" brushRef="#br0" timeOffset="74002.89">19278 14817 512 0,'89'53'0'78,"-72"70"0"-78,-17-17 0 0,-106 35 0 0,-17-35 0 78,105-106 0-78</inkml:trace>
  <inkml:trace contextRef="#ctx0" brushRef="#br0" timeOffset="85350.23">20125 14041 512 0,'-18'123'0'0,"1"0"0"0,17-17 0 0,0-17 0 0,0 52 0 0,0-53 0 0,0 18 0 0,-18-36 0 0,18-70 0 0,-17 53 0 0,34-88 0 0,-17 35 0 0</inkml:trace>
  <inkml:trace contextRef="#ctx0" brushRef="#br0" timeOffset="86558.88">19137 10689 512 0,'71'0'0'109,"-18"0"0"-109,53 18 0 63,-1-18 0-63,1 35 0 0,-106-35 0 0,106 0 0 0,0 18 0 62,0-18 0-62,-18 17 0 94,-88-140 0 0,0 123 0-94</inkml:trace>
  <inkml:trace contextRef="#ctx0" brushRef="#br0" timeOffset="86956.08">19878 10477 512 0,'35'106'0'109,"36"-17"0"-15,17-19 0-94,-35 1 0 62,-71 34 0-62,-123-16 0 63,71-36 0-63,-18-18 0 0,35-18 0 94,0 1 0-94</inkml:trace>
  <inkml:trace contextRef="#ctx0" brushRef="#br0" timeOffset="87708.61">19208 11659 512 0,'0'0'0'125,"0"0"0"-78,0 0 0-16,0 0 0 16,0 0 0 0,106 88 0-31,52-88 0-16,-52 18 0 0,0-18 0 0,-18 0 0 0,1 0 0 0,-37 0 0 0,-16-35 0 94</inkml:trace>
  <inkml:trace contextRef="#ctx0" brushRef="#br0" timeOffset="87932.32">19808 11553 512 0,'88'71'0'0,"18"-36"0"0,-1 36 0 62,-105 17 0-62,-88 0 0 94,18-35 0-94,-18 0 0 0,17 0 0 62,71-53 0-62</inkml:trace>
  <inkml:trace contextRef="#ctx0" brushRef="#br0" timeOffset="91293.47">20548 14834 512 0,'71'106'0'109,"-36"-18"0"-109,1 18 0 0,-36 0 0 0,-53-18 0 0,-53 0 0 78,53-52 0-78,53-36 0 0</inkml:trace>
  <inkml:trace contextRef="#ctx0" brushRef="#br0" timeOffset="114081.42">21342 14376 512 0,'0'88'0'0,"88"-53"0"0,18-141 0 0,-53 0 0 0,-35 1 0 0,17 16 0 0,-35 19 0 0,0-18 0 0,-35 0 0 47,-18 176 0-47,35 53 0 0,-17-35 0 0,17 105 0 0,1 1 0 0,-19-36 0 0,-17 18 0 93,53-35 0-93,0-53 0 0,0 0 0 0,0-106 0 141,0 0 0-110,0 70 0-15,89 19 0-16,-19-142 0 0,-17 0 0 0,0-35 0 0,-18-18 0 0,-17-18 0 0,-36 18 0 109,-17 1 0-109,-18 16 0 0,-35 1 0 0,35 18 0 0,-18 52 0 0,-34 18 0 0,16 18 0 110,72 70 0-110,123-71 0 0,-18-34 0 0,-88 17 0 0</inkml:trace>
  <inkml:trace contextRef="#ctx0" brushRef="#br0" timeOffset="114528.87">21713 14411 512 0,'0'0'0'125,"0"0"0"-78,0 0 0 0,0 0 0-16,0 0 0 16,0 0 0-16,-18 106 0 0,36-18 0-31,17 0 0 16,35-53 0-16,19-140 0 0,-89 34 0 0,0 1 0 0,-18-19 0 0,18 89 0 0</inkml:trace>
  <inkml:trace contextRef="#ctx0" brushRef="#br0" timeOffset="115046.47">21924 14305 512 0,'0'0'0'125,"53"159"0"-110,-18-18 0-15,-35-35 0 78,-17-212 0-31,34 0 0-47,-17 106 0 110,0 0 0-79,18-106 0-15,70 124 0-16,-17 70 0 0,-54 18 0 0,1-18 0 15,-18-17 0 32,71-142 0-47,-71 71 0 0</inkml:trace>
  <inkml:trace contextRef="#ctx0" brushRef="#br0" timeOffset="115493.55">22436 14340 512 0,'-88'-53'0'110,"88"53"0"-17,-53 106 0-77,53-17 0-16,0 34 0 0,0-123 0 109,0 0 0-62,53 88 0-31,88-88 0-16,-88-70 0 0</inkml:trace>
  <inkml:trace contextRef="#ctx0" brushRef="#br0" timeOffset="115890.81">22612 14129 512 0,'0'123'0'0,"0"-17"0"0,0 35 0 0,0-53 0 0,18 1 0 0,-89-160 0 62</inkml:trace>
  <inkml:trace contextRef="#ctx0" brushRef="#br0" timeOffset="116094.03">22436 14482 512 0,'123'-71'0'0,"-35"53"0"0,1 18 0 0,-19-17 0 0,-70 17 0 0,0 0 0 125,18 88 0-125,-18-35 0 63,17 53 0-63,1-18 0 15,-18-247 0-15,0 159 0 0</inkml:trace>
  <inkml:trace contextRef="#ctx0" brushRef="#br0" timeOffset="116294.27">22700 14199 512 0,'-53'-53'0'94,"142"36"0"-94,-89 17 0 0</inkml:trace>
  <inkml:trace contextRef="#ctx0" brushRef="#br0" timeOffset="117278.56">22912 14287 512 0,'0'124'0'78,"0"-36"0"-78,18 0 0 47,70-70 0-47,-35-106 0 47,-71 35 0 31,-70-18 0-78,35-17 0 78,123 70 0-78,19 18 0 63,-19 18 0-63,-17 70 0 94,-53 18 0-94,-18-35 0 47,18-177 0 15,0 0 0 32,106 35 0-94,-53 160 0 62,-35-19 0-62,-18 1 0 0,-18 17 0 94,36-106 0-78</inkml:trace>
  <inkml:trace contextRef="#ctx0" brushRef="#br0" timeOffset="118236.9">23759 14041 512 0,'-71'-71'0'94,"-17"124"0"-94,70 0 0 0,-17 53 0 0,0-1 0 62,17 1 0-62,18 0 0 0,53 0 0 94,17 0 0-94,-70-106 0 109,0 0 0-62,0 0 0 0,0 0 0 0,0 0 0 0,0 0 0-16,0 0 0 16,0 0 0 0,0 0 0-16,0 0 0 16,0 0 0-16,0 0 0 16,89 53 0-31,-36-106 0-16</inkml:trace>
  <inkml:trace contextRef="#ctx0" brushRef="#br0" timeOffset="118519.1">23706 14287 512 0,'105'-17'0'0,"-16"52"0"0,-72 53 0 0,-17 18 0 0,-88-18 0 0,35-70 0 109,88-106 0-109,36 17 0 0,-18-17 0 0,0 17 0 0,-124 142 0 0,71 35 0 94,18-18 0-94,123-35 0 78,-88-176 0-78,-53 52 0 0</inkml:trace>
  <inkml:trace contextRef="#ctx0" brushRef="#br0" timeOffset="118996.95">24094 14129 512 0,'0'0'0'125,"0"0"0"-94,0 0 0 16,-18-106 0-31,18 106 0 93,106-53 0-93,0 159 0-16,-53 0 0 0,-36-1 0 0,-17 1 0 0,0-17 0 0,-17-19 0 0,-89 54 0 0,106-124 0 109,-88 52 0-93,35-52 0-16,53 0 0 0</inkml:trace>
  <inkml:trace contextRef="#ctx0" brushRef="#br0" timeOffset="140230.29">25187 13335 512 0,'-53'71'0'63,"0"17"0"-63,0 70 0 62,-17 1 0-62,35-53 0 0,-18-35 0 94,53 34 0-94,-36-16 0 0,19 16 0 0,17-105 0 109,0 0 0-62,-35 124 0 0,35 35 0-47,-18-53 0 0,18-1 0 0,18 19 0 0,-18-18 0 0,35 17 0 16,-18-17 0-16,1 0 0 0,0 17 0 0,35-17 0 0,-36-18 0 0,19 1 0 0,16 16 0 0,-52-105 0 125,0 0 0-78,0 0 0-16,0 0 0 16,0 0 0 0,0 0 0-16,36 71 0 0,70-106 0-31,-106 35 0 0</inkml:trace>
  <inkml:trace contextRef="#ctx0" brushRef="#br0" timeOffset="141964.03">25611 14182 512 0,'-124'-89'0'16,"18"142"0"-16,0 88 0 0,89-35 0 0,17-17 0 0,35-1 0 0,53-88 0 0,-17-88 0 0,-36-18 0 0,-17 17 0 0,-18 1 0 0,0 176 0 0,0 1 0 0,17-19 0 0,19 1 0 0,-19 35 0 0,-17-106 0 0,0 0 0 109,0 0 0-62,36 88 0-31,-19-194 0-16,36-17 0 0,-18-1 0 0,18 36 0 0,0 17 0 93,35 159 0-93,-88-88 0 125,0 0 0-78,0 71 0-15,-17 17 0-32,-54-35 0 0,36-53 0 0</inkml:trace>
  <inkml:trace contextRef="#ctx0" brushRef="#br0" timeOffset="142316.01">26052 14411 512 0,'-18'0'0'0</inkml:trace>
  <inkml:trace contextRef="#ctx0" brushRef="#br0" timeOffset="142325.34">26210 14129 512 0,'0'17'0'0</inkml:trace>
  <inkml:trace contextRef="#ctx0" brushRef="#br0" timeOffset="144568.99">26210 14093 512 0,'18'89'0'16,"-18"-1"0"-16,18-18 0 0,-18-17 0 0,-18 53 0 0,18-106 0 0,0-141 0 0,18 35 0 0,-18 106 0 0,52-88 0 0,1 0 0 0,-53 88 0 0,71-35 0 0,-36 158 0 0,-35-123 0 0,0 123 0 0,18-17 0 0,-18-106 0 0,88 53 0 0,18-212 0 0,-106 159 0 0,53-52 0 0</inkml:trace>
  <inkml:trace contextRef="#ctx0" brushRef="#br0" timeOffset="144576.66">26739 14058 512 0,'-17'71'0'0,"34"70"0"0,19-53 0 0,34-159 0 0,-35-52 0 0,-35 123 0 0,0-88 0 0,53 53 0 0,-53 35 0 0</inkml:trace>
  <inkml:trace contextRef="#ctx0" brushRef="#br0" timeOffset="146015.47">27039 14093 512 0,'-35'106'0'0,"17"0"0"0,18-18 0 0,0-194 0 0,53 18 0 109,0 35 0-109,18 71 0 0,-36 70 0 0,-17 18 0 0,17-229 0 0,18 34 0 125,17 72 0-125,-52 123 0 0,-36-36 0 0,18-70 0 141,0 0 0-94,0 0 0-16,0 0 0 16,0 0 0 0,0 0 0-16,0 0 0 16,0 0 0 0,0 106 0-16,89-106 0-31,-37-53 0 0,19-70 0 0,-36 52 0 0,-123 53 0 0,53 124 0 0,17-18 0 0,36-17 0 0,70 0 0 0,18-177 0 0,-71-35 0 0,-35 141 0 125,0 0 0-78,0 0 0 0,0 0 0-16,0-89 0-15,-53 125 0-16,53 52 0 0,0-18 0 0,35 1 0 0,54-71 0 0,-54-53 0 0,-35-18 0 47,0 160 0-47,53-19 0 93,-53-70 0 17,53-159 0-110,-53 54 0 0,-53 16 0 0,53 89 0 125,0 0 0-94,0 0 0 16,-35-17 0-32</inkml:trace>
  <inkml:trace contextRef="#ctx0" brushRef="#br0" timeOffset="146496.34">28045 14023 512 0,'-53'35'0'0,"-18"89"0"0,71-124 0 125,0 0 0-78,0 0 0 0,0 0 0-16,0 0 0 16,-17 105 0-47,34-16 0 0,1-19 0 0,105-52 0 0,-17-89 0 0,-53 54 0 0</inkml:trace>
  <inkml:trace contextRef="#ctx0" brushRef="#br0" timeOffset="155516.65">28574 13617 512 0,'-88'18'0'63,"35"52"0"-1,35-17 0-62,-35 53 0 78,35 0 0-78,-17 17 0 47,0-34 0-47,35 69 0 0,0-16 0 78,0-72 0-78,35 71 0 16,0-35 0 62,-35-106 0 32,0 0 0-64,0 0 0 1,0 0 0-15,0 0 0 14,0 0 0-14,18 71 0-1,35-19 0-31,18 37 0 0,17-160 0 78,-88 71 0-78</inkml:trace>
  <inkml:trace contextRef="#ctx0" brushRef="#br0" timeOffset="159032.44">28680 14393 512 0,'105'-106'0'0,"-52"18"0"0,0 18 0 0,-35-1 0 0,17-17 0 0,0 0 0 0,-176 70 0 0,71 124 0 0,70-106 0 110,0 0 0-64,0 0 0-14,0 0 0 15,0 0 0-1,0 0 0-14,0 0 0 15,0 0 0-1,0 0 0-14,0 106 0-32,70-18 0 0,-17-53 0 0,53 53 0 0,-88 1 0 0,-89-1 0 0,71-88 0 125,0 0 0-78,0 0 0-16,0 0 0 16,0 0 0 0,0 0 0-1,0 0 0-14,0 0 0 15,0 0 0-1,-88 35 0-14,17-141 0-32,89 89 0 0</inkml:trace>
  <inkml:trace contextRef="#ctx0" brushRef="#br0" timeOffset="159730.6">29156 13811 512 0,'0'53'0'0,"17"53"0"0,-17 0 0 0,18-18 0 0,-18 18 0 0,0-18 0 0,-88-176 0 0,88 88 0 125,0 0 0-94,0 0 0 16,0 0 0 0,0 0 0-16,0 0 0 16,0 0 0-16,0 0 0 16,0 0 0-16,0 0 0 16,0 0 0 0,0 0 0-16,0 0 0 16,0 0 0-16,-35-88 0 16,88 35 0-47,35 0 0 0,0 18 0 0,-70 87 0 0,-1 54 0 0,71-18 0 0,-35-193 0 0,-35-1 0 0,-18 53 0 0,0 18 0 0</inkml:trace>
  <inkml:trace contextRef="#ctx0" brushRef="#br0" timeOffset="160128.54">29685 13952 512 0,'-88'71'0'0,"35"-18"0"0,35 53 0 0,36-36 0 0,88-140 0 0,-53-19 0 0,-18-16 0 0,-35 34 0 0,53-17 0 0,-88-89 0 0,35 177 0 125,0 0 0-78,0 0 0-16,0 0 0 16,0 0 0 0,0-88 0-47,-18 176 0 0,18 89 0 0,0-54 0 0,18 1 0 0,17-1 0 0,-35 18 0 0,0 1 0 94,0-72 0-94,0-17 0 0,0-106 0 0,0 53 0 0</inkml:trace>
  <inkml:trace contextRef="#ctx0" brushRef="#br0" timeOffset="162200.87">30285 13511 512 0,'0'0'0'125,"0"0"0"-78,-53 18 0-47,-18-18 0 0,-17-18 0 0,35 18 0 0,53 106 0 0,18-18 0 0,-18-88 0 0,0 0 0 0,0 106 0 0,0-106 0 0,0 0 0 109,-18 106 0-78,18 0 0-31,0 0 0 0,-18 0 0 0,18-1 0 0,0-34 0 0,0 35 0 0,0-106 0 141,0 0 0-110,0 0 0 16,0 0 0 0,0 0 0-16,0 0 0 16,0 0 0 0,0 0 0-16,0 0 0 16,0 0 0 0,0 0 0-16,0 0 0 16,0 0 0 0,142 0 0-31,-54 0 0-16,0 35 0 0,-35-35 0 0,17-70 0 0,-70 70 0 0</inkml:trace>
  <inkml:trace contextRef="#ctx0" brushRef="#br0" timeOffset="166271.41">30038 14446 512 0,'0'0'0'125,"0"0"0"-78,70 18 0-31,1-36 0-16,17-17 0 0,0 35 0 78,-88 0 0 31,0 0 0-78,0-18 0-15</inkml:trace>
  <inkml:trace contextRef="#ctx0" brushRef="#br0" timeOffset="166782.69">30426 13388 512 0,'17'53'0'63,"-17"-53"0"77,0 0 0-93,0 0 0-16,0 106 0-15,18-18 0-16,-18-18 0 0,18-175 0 0,-18 105 0 0</inkml:trace>
  <inkml:trace contextRef="#ctx0" brushRef="#br0" timeOffset="167246.44">30637 13300 512 0,'0'0'0'125,"0"0"0"-94,0 0 0 16,0 0 0-15,0 0 0 14,0 0 0 1,0 0 0-15,0 53 0-1,36 52 0-31,-19-16 0 0,-17-19 0 0,0-123 0 0</inkml:trace>
  <inkml:trace contextRef="#ctx0" brushRef="#br0" timeOffset="169819.81">31025 13776 512 0,'-17'-106'0'93,"-89"88"0"-15,53 18 0-78,53 0 0 110,-53 106 0-95,53 0 0-15,106-106 0 110,-35-53 0-110,-36-17 0 62,-35 70 0 32,0 106 0-78,17 17 0-16,19-17 0 0,-19 53 0 0,-87-54 0 47,-18-52 0 46,35-159 0-93,70 1 0 0,-17 105 0 157,0 0 0-111,18-106 0-46,35 0 0 0,0 18 0 0,17-18 0 0,-34 35 0 0,52-34 0 0,-71 34 0 0,36-17 0 0,-53 35 0 0,-70 106 0 94,87 123 0-94,-17-52 0 78,0-1 0-78,0-17 0 0,0-18 0 0,0 18 0 0,0-18 0 0,0-35 0 63,0-106 0 15,-17-53 0-78,17 1 0 0,17-54 0 47,1 53 0-47,35 53 0 109,35 35 0-109,-35 36 0 0,-53 70 0 63,-18-35 0-63,18-53 0 109,-88 53 0-78,106-106 0-31</inkml:trace>
  <inkml:trace contextRef="#ctx0" brushRef="#br0" timeOffset="170466.36">31608 13652 512 0,'-71'18'0'94,"36"70"0"-32,17-17 0-62,71-18 0 0,-53-53 0 141,0 0 0-110,88-106 0-15,-70 53 0-16,-18 159 0 78,53 0 0-78,0-71 0 78,52-176 0-15,-105 53 0-48,0 88 0-15</inkml:trace>
  <inkml:trace contextRef="#ctx0" brushRef="#br0" timeOffset="171120.25">31766 13229 512 0,'0'0'0'125,"0"0"0"-78,0 0 0-16,0 0 0 16,0 0 0 0,0 0 0 0,0 0 0-16,-17 159 0 1,34-53 0-32,-17-36 0 0,88-193 0 0,-88 123 0 0,53-124 0 15,-53 36 0-15,18 194 0 47,0 0 0-47,-1-36 0 0,36-17 0 31,-53-53 0 32</inkml:trace>
  <inkml:trace contextRef="#ctx0" brushRef="#br0" timeOffset="171952.33">32066 13353 512 0,'0'0'0'125,"88"35"0"-93,-17-35 0 30,-71 0 0 47,-53 141 0-93,35-35 0-16,1 0 0 0,17 0 0 0,-18-1 0 78,18-16 0-78,0-1 0 0,35 18 0 47,-35-106 0 62,-141 0 0-109,0 17 0 0,18 1 0 79,34-1 0-79,89-17 0 125,0-17 0-125</inkml:trace>
  <inkml:trace contextRef="#ctx0" brushRef="#br0" timeOffset="181715.86">31396 14799 512 0,'0'0'0'110,"-71"-88"0"-110,-17 88 0 0,-35 70 0 0,87-17 0 109,-17 35 0-109,53-17 0 0,89-53 0 63,16-107 0-63,-105 89 0 109,0 0 0-62,71-105 0-32,-36 52 0-15,18-18 0 0,-106 195 0 0,53-19 0 79,-17 1 0-79,-1 0 0 0,18-18 0 0,0-17 0 0,-18-1 0 78,18 36 0-78,18-18 0 47,-18-88 0-47</inkml:trace>
  <inkml:trace contextRef="#ctx0" brushRef="#br0" timeOffset="182194.81">31608 15240 512 0,'0'0'0'125,"0"0"0"-78,0 0 0 0,0 0 0 0,0 0 0-16,0 0 0 16,-53 0 0-32</inkml:trace>
  <inkml:trace contextRef="#ctx0" brushRef="#br0" timeOffset="182917.24">31802 14905 512 0,'-53'106'0'0,"35"-36"0"0,-17 36 0 0,35-35 0 0,0-71 0 125,0 0 0-94,0 0 0 16,0 0 0 0,0 0 0-16,0 0 0 16,0 0 0 0,0 0 0-16,0 0 0 16,35-106 0-47,-35 35 0 0,-88 1 0 0,35 87 0 63,53-17 0 77,0 0 0-109,-35-35 0-15</inkml:trace>
  <inkml:trace contextRef="#ctx0" brushRef="#br0" timeOffset="184873.92">29914 14940 512 0,'0'0'0'125,"0"0"0"-79,-17 88 0-30,122-17 0 47,-34-36 0-63,17-35 0 62,-88 0 0 47,-88 106 0-93,35 17 0-16,-35-17 0 47,17 0 0-31,54-18 0 77,-19 1 0-30,36-89 0 62,0-89 0-94,0 89 0 47</inkml:trace>
  <inkml:trace contextRef="#ctx0" brushRef="#br0" timeOffset="186273.71">31837 14464 512 0,'0'0'0'110,"0"0"0"-63,17 53 0-32,36 35 0-15,-17-17 0 63,-19-19 0-63,1 37 0 62,35 69 0-62,-53-52 0 78,-18-35 0-78,-17 17 0 0,17 18 0 0,18 0 0 110,-53-18 0-110,0 0 0 0,1 18 0 94,-54-18 0-63,0-17 0-31,0 17 0 94,18-35 0-94,-18-18 0 0,88-35 0 62</inkml:trace>
  <inkml:trace contextRef="#ctx0" brushRef="#br0" timeOffset="189561.52">32119 14393 512 0,'0'0'0'125,"0"0"0"-78,0 0 0-16,0 89 0 16,35-19 0 0,-17-17 0-47,35 35 0 62,-36 18 0-62,1-18 0 94,-18 0 0 0,0 54 0-94,-18-19 0 0,18-35 0 0,0-88 0 109,-52 106 0-109,34 0 0 0,0 0 0 0,-52 17 0 0,34-17 0 94,1-18 0-94,35-88 0 109,0 0 0-62,0 0 0 0,0 0 0-16,0 0 0 16,0 0 0-16,-53 106 0 0,0-35 0-31,-17-19 0 94,-18 54 0-94,-1-35 0 0,37 17 0 0,-19-35 0 0,-17 0 0 0,35-106 0 94,53 35 0-94</inkml:trace>
  <inkml:trace contextRef="#ctx0" brushRef="#br0" timeOffset="192365.73">30708 16422 512 0,'0'0'0'125,"0"0"0"-94,71 141 0-15,-1-71 0-16,-70-70 0 109,53 159 0-62,0-18 0-47,-35-70 0 0,-18 70 0 0,0-53 0 0,-18-17 0 0,-35 35 0 63,35 17 0-63,-52-17 0 0,35-18 0 0,-36-17 0 78,36 17 0-78,-53 18 0 0,35-1 0 47,0-16 0-47,-36-1 0 0,-16-35 0 0,52 35 0 78,-35-35 0-78,-1-35 0 78,-34 17 0-63,35-35 0 48,35 17 0-63,-35 19 0 0,-1-1 0 0,89-35 0 109,0 0 0-62,-70-35 0-31</inkml:trace>
  <inkml:trace contextRef="#ctx0" brushRef="#br0" timeOffset="198050.01">22348 8237 512 0,'0'0'0'125,"0"0"0"-78,-53-17 0-47,53 17 0 0</inkml:trace>
  <inkml:trace contextRef="#ctx0" brushRef="#br0" timeOffset="202013.99">19843 10689 512 0,'0'53'0'62</inkml:trace>
  <inkml:trace contextRef="#ctx0" brushRef="#br0" timeOffset="211619.08">26228 8784 512 0,'0'159'0'78,"0"-36"0"-78,0-34 0 0,18 69 0 0,-18 1 0 63,0-35 0-63,17-19 0 0,18-16 0 78,-35 16 0-78,0 1 0 0,0 0 0 0,18 35 0 47,-18-17 0-47,18-1 0 0,-18 36 0 0,0-36 0 15,17 1 0 32,-17-1 0-47,0 18 0 0,0 36 0 78,0-18 0-78,18-54 0 0,-18 36 0 0,35 18 0 31,-17-18 0-31,-18-35 0 0,18 18 0 79,-18-19 0-79,17 1 0 0,-17 0 0 0,18 0 0 0,17 0 0 78,-17 0 0-78,-1 52 0 15,-17-158 0 79,18 53 0-63,-18 36 0-31,0 16 0 0,0-105 0 188,0 89 0-188,53-37 0 0,-53-52 0 0</inkml:trace>
  <inkml:trace contextRef="#ctx0" brushRef="#br0" timeOffset="212737.6">28785 9296 512 0,'71'-124'0'78,"-53"36"0"-78,-18-18 0 0,17 177 0 0,-17-1 0 78,0 18 0-78,0 36 0 16,0-18 0-16,0 35 0 62,0-35 0-62,-17 17 0 0,17 1 0 0,0-18 0 0,0-106 0 141,0 0 0-110,0 0 0 16,0 123 0 0,0-17 0-47,0 17 0 0,0 71 0 0,0-70 0 0,-18-18 0 0,18 52 0 0,18-34 0 0,-18-1 0 31,17 1 0-31,-17-18 0 0,0-18 0 0,18 18 0 0,-18-1 0 0,35 1 0 0,-17-17 0 0,-18-19 0 0,17 36 0 47,1 0 0-47,-18-36 0 125,0 18 0-125,18 36 0 0,-18-36 0 0,0 18 0 0,35-18 0 109,-35-70 0-109</inkml:trace>
  <inkml:trace contextRef="#ctx0" brushRef="#br0" timeOffset="-209703.81">29315 9931 512 0,'0'0'0'109,"0"0"0"-62,70 17 0-47,71-34 0 0,-35 17 0 47,-35-18 0-47,34 18 0 0,-16 0 0 94,-89-53 0-16</inkml:trace>
  <inkml:trace contextRef="#ctx0" brushRef="#br0" timeOffset="-209057.38">29632 9931 512 0,'0'0'0'125,"0"0"0"-78,0 0 0 0,0 123 0-31,-18-17 0-16,18-35 0 0,0-71 0 109,0 141 0-109,-17-36 0 0,-1-34 0 110,36-89 0-1</inkml:trace>
  <inkml:trace contextRef="#ctx0" brushRef="#br0" timeOffset="-206030.81">30161 10971 512 0,'0'0'0'125,"-53"-70"0"-109,-35 123 0-16,0-36 0 78,-18-17 0-78,0 0 0 0,18 0 0 0,88 0 0 110,-18 141 0-110,18-70 0 0,0-18 0 93,-17 53 0-93,17 35 0 0,-53-18 0 94,35-34 0-94,18-19 0 0,0-35 0 63</inkml:trace>
  <inkml:trace contextRef="#ctx0" brushRef="#br0" timeOffset="-205484.07">29279 11377 512 0,'106'18'0'110,"-53"-36"0"-110,123-17 0 0,-52 35 0 0,-18 35 0 0,-106-35 0 0,106 0 0 93,-36 18 0-93,-35 17 0 0</inkml:trace>
  <inkml:trace contextRef="#ctx0" brushRef="#br0" timeOffset="-201964.05">30355 12171 512 0,'-88'0'0'110,"-18"53"0"-110,53-53 0 0,-17 0 0 93,-18 123 0-93,35 1 0 0,17-54 0 63,19 89 0-63,17-53 0 0,0-106 0 140,0 0 0-93,0 106 0-15,-18-36 0-32,18-17 0 78,-18-88 0-78</inkml:trace>
  <inkml:trace contextRef="#ctx0" brushRef="#br0" timeOffset="-201487.8">29614 12594 512 0,'0'0'0'125,"0"0"0"-93,89 18 0-1,52 17 0-31,-71-35 0 0,-17-35 0 0,106 35 0 0,-53 0 0 0,-18 0 0 0,-18-18 0 0,-34 36 0 0</inkml:trace>
  <inkml:trace contextRef="#ctx0" brushRef="#br0" timeOffset="-187550.41">13423 12929 512 0,'-89'53'0'46,"1"-70"0"-46,88 17 0 110,-53-53 0-110,-53 123 0 78,36 18 0-78,17 54 0 0,53-72 0 0,-35 36 0 78,17 35 0-78,18-53 0 0,0 53 0 0,-18-35 0 0,1 88 0 47,17 0 0-47,-18-53 0 0,18-141 0 125,0 0 0-78,-35 194 0-16,17-17 0-31,18-19 0 0,0 19 0 0,0-18 0 0,-17 17 0 0,17-53 0 0,-18 36 0 0,18-18 0 0,0-35 0 31,0-35 0-31,0-18 0 0,-18 52 0 94,71-157 0 0,53 16 0-94,-18 36 0 0,18 0 0 0,0 36 0 94,0-36 0-94,17 17 0 0,-17-17 0 0,0 18 0 15,53-18 0-15,-1 17 0 94,-52 1 0-94,53 17 0 0,-36 1 0 0,-34-36 0 0,-19 17 0 0,18-17 0 62,-88 0 0 48,0 0 0-63,0-53 0-16,0 53 0-31</inkml:trace>
  <inkml:trace contextRef="#ctx0" brushRef="#br0" timeOffset="-184950.05">31114 16387 512 0,'0'0'0'125,"0"0"0"-94,88 17 0-15,0 36 0-16,0-35 0 0,-17-1 0 0,-18 107 0 78,-53-1 0-78,0-123 0 109,-18 88 0-77,18 36 0-32,0-18 0 0,-35 53 0 0,35-159 0 140,0 0 0-109,0 123 0 1,-18 18 0-32,18 0 0 0,0-17 0 0,0-1 0 0,-18 1 0 0,18-19 0 0,0 1 0 0,0 0 0 0,0-18 0 0,0 18 0 0,0-35 0 31,-88-71 0 63,35-36 0-94,-52 19 0 0,-72 17 0 93,36-18 0-93,0 36 0 0,18-18 0 0,70 0 0 0,-36 0 0 0,1 0 0 110,0 53 0-110,0-36 0 0,35-17 0 0,0-17 0 62</inkml:trace>
  <inkml:trace contextRef="#ctx0" brushRef="#br0" timeOffset="-177719.8">31325 9895 512 0,'71'-53'0'109,"-71"53"0"32,-71 53 0-126,-70 0 0-15,141-53 0 110,0 0 0-63,0 0 0-16,-123 106 0-15,52-88 0-16,-17 70 0 0,159-194 0 62,-71 106 0-62</inkml:trace>
  <inkml:trace contextRef="#ctx0" brushRef="#br0" timeOffset="-177031.28">31431 9860 512 0,'-18'88'0'94,"1"1"0"-94,-1-19 0 0,18 54 0 62,0-1 0-62,-35-52 0 0,35-1 0 110,-18 18 0-32,1-17 0-78,-1-53 0 47</inkml:trace>
  <inkml:trace contextRef="#ctx0" brushRef="#br0" timeOffset="-176250.46">30849 10654 512 0,'53'35'0'63,"35"-35"0"-63,0-17 0 0,36 17 0 0,-124 0 0 109,0 0 0-78,88-18 0-15,0 18 0-16,53 0 0 0,-52 0 0 0,-89 0 0 109,0 0 0-62,0 0 0 0,0 0 0-16,0 0 0 16,52 0 0-31,-69 0 0 31</inkml:trace>
  <inkml:trace contextRef="#ctx0" brushRef="#br0" timeOffset="-174557.81">31343 11112 512 0,'-71'0'0'0,"-17"89"0"0,35-19 0 0,36 54 0 93,17-71 0-93,70 52 0 0,36-16 0 0,-18-89 0 0,18-18 0 0,-35-70 0 0,-18 0 0 94,-53-36 0-78,-53 36 0-16,-18-36 0 0,-70 89 0 0,70 18 0 62,71 17 0 32,-88 17 0-47,35 71 0-47,106-52 0 0</inkml:trace>
  <inkml:trace contextRef="#ctx0" brushRef="#br0" timeOffset="-173444.11">31219 12277 512 0,'-35'88'0'0,"-18"18"0"62,36 0 0-62,34-36 0 0,54 1 0 0,17-1 0 0,0-87 0 0,-88 17 0 141,0 0 0-110,0 0 0 16,0 0 0 0,71-106 0-47,-18-18 0 0,-53 54 0 0,-53-19 0 0,53 89 0 109,-106-88 0-93,35 88 0-16,1 53 0 0,-36-18 0 0,18 54 0 0,88-89 0 0</inkml:trace>
  <inkml:trace contextRef="#ctx0" brushRef="#br0" timeOffset="-170710.99">10583 13741 512 0,'-53'-71'0'78,"53"71"0"47,0 0 0-78,0 0 0-16,-71-35 0-31,-52 35 0 0,35 70 0 0,52-17 0 0,1 53 0 31,123-35 0-15,18-36 0-16,0 53 0 47,-18 18 0-47,-88-106 0 109,0 0 0-62,0 141 0-31,-88 18 0-16,-18-71 0 0,53-53 0 0,-88-35 0 0,88-17 0 0,53 17 0 109,0 0 0-62,-123-88 0-16,17-1 0-31,106-17 0 0,53 1 0 0,-53 105 0 0</inkml:trace>
  <inkml:trace contextRef="#ctx0" brushRef="#br0" timeOffset="-170271.02">10653 13635 512 0,'18'106'0'47,"-18"35"0"-47,0 0 0 0,0-18 0 0,0-70 0 0,-18 35 0 0,18 18 0 0,0-106 0 109,0 71 0-93,0-177 0-16,-17 106 0 0</inkml:trace>
  <inkml:trace contextRef="#ctx0" brushRef="#br0" timeOffset="-169699.37">10459 14058 512 0,'124'0'0'62,"-36"-17"0"-62,36 17 0 0,-36-18 0 63,-88 18 0 46,0 0 0-62,17 141 0-31,-17-70 0-16,53 52 0 0,-53-123 0 109,0 0 0-62,0 0 0 0,53 18 0-47,53-36 0 0,-53-105 0 0,-35 52 0 0,-18-17 0 0,0 53 0 15</inkml:trace>
  <inkml:trace contextRef="#ctx0" brushRef="#br0" timeOffset="-168808.7">11553 14076 512 0,'0'0'0'125,"0"0"0"-94,-106-35 0 0,36 70 0-31,-19 71 0 0,72-36 0 16,17 18 0-16,0-88 0 125,0 0 0-78,0 0 0-1,0 0 0 1,35 71 0-15,53-36 0-32,-35-105 0 0,0-19 0 0,-18-16 0 0,-35-19 0 0,18 1 0 0,-18-1 0 0,0 54 0 0,0-19 0 0,-18 1 0 0,18 265 0 0,0-54 0 0,-17 1 0 31,-1 34 0-31,18-34 0 78,0-54 0-78,0 36 0 109,0-53 0-109,0 53 0 0,0-35 0 0</inkml:trace>
  <inkml:trace contextRef="#ctx0" brushRef="#br0" timeOffset="-168099.95">10389 14887 512 0,'0'0'0'125,"0"0"0"-79,0 0 0-14,0 0 0 15,0 0 0-1,0 0 0-46</inkml:trace>
  <inkml:trace contextRef="#ctx0" brushRef="#br0" timeOffset="-162244.58">12558 18415 512 0,'141'176'0'110,"-123"-17"0"-110,17-53 0 0,71-18 0 0,-106-88 0 140,71 0 0-140,-71 0 0 110,0 0 0-64,88 18 0-46,-18-36 0 0,-70 18 0 125,0 0 0-93,53 0 0-17,-53-17 0 63</inkml:trace>
  <inkml:trace contextRef="#ctx0" brushRef="#br0" timeOffset="-157462.42">12382 18909 512 0,'-194'-106'0'47,"141"0"0"-32,-18-17 0-15,71 52 0 0,0 71 0 0,18-106 0 0,-36 18 0 0,18-18 0 0,-35 0 0 0,88-52 0 0,35-54 0 0,-88 212 0 141,0 0 0-110,0 0 0 16,18-159 0-31,70 53 0-16,-88-35 0 0,-88 71 0 0,88 70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  <inkml:channel name="T" type="integer" max="2.14748E9" units="dev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  <inkml:channelProperty channel="T" name="resolution" value="1" units="1/dev"/>
        </inkml:channelProperties>
      </inkml:inkSource>
      <inkml:timestamp xml:id="ts0" timeString="2026-08-06T08:42:31.3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9172 5909 512 0,'-18'106'0'47,"18"17"0"-47,0-17 0 0,0 0 0 0,0 0 0 63,0-36 0-1,35-228 0 1,-17 87 0-63,-18-70 0 0,18 88 0 15,-18-18 0 32,0-17 0-47,88 176 0 78,-70 18 0 16,34-35 0-94,-16 17 0 0,17-194 0 125,-18 0 0-125,-17 1 0 0,-1-1 0 0,-17 106 0 141,0 0 0-110,0 0 0 16,0 0 0-16,0 0 0 16,0 0 0 0,0 0 0-16,71-88 0 0,-54 229 0-31,-17-36 0 0,0 1 0 0,18 0 0 0,-18 0 0 0,35-18 0 0,-17-17 0 0,88-71 0 0,-71-53 0 0</inkml:trace>
  <inkml:trace contextRef="#ctx0" brushRef="#br0" timeOffset="2144.6">10160 6138 512 0,'-36'-88'0'94,"-34"88"0"-94,-18 53 0 0,-18 71 0 78,70-19 0-78,54-34 0 109,70-18 0-109,18-88 0 0,-18-36 0 31,-52-17 0-31,-36 17 0 47,-18 1 0-31,-17 158 0 78,35 0 0-94,53 36 0 0,-53-124 0 109,88 88 0-78,35-124 0-31,-35-16 0 0,-52-37 0 0,34-34 0 0,-52 17 0 0,35 18 0 47,-36 0 0 78,-17-18 0-125,0 106 0 125,-70 88 0-94,70 0 0-31,18 18 0 0,17 0 0 0,-18 17 0 0,-17-34 0 0,0-89 0 141,18 88 0-125,-88-194 0-16,-36 18 0 93,53 35 0-93,194 35 0 0,-35 1 0 0,-18-54 0 78,-53-35 0-78,0 53 0 0,-35-17 0 0,0-19 0 110,0 266 0-1,0-89 0-109,0 36 0 0,18-36 0 0,-18-88 0 110,0 0 0-79,0 0 0 31,0 0 0-30,0 0 0 14,0 0 0-14,0 0 0 15,0 0 0-1,0 0 0-14,0 0 0 15,0 0 0-16,18 53 0-31,-18-124 0 0,35-17 0 0,71 88 0 0,-36 88 0 15,-52 18 0-15,0-53 0 0,87-53 0 0,54-88 0 0,-159 88 0 110</inkml:trace>
  <inkml:trace contextRef="#ctx0" brushRef="#br0" timeOffset="5216.54">11183 6438 512 0,'35'-88'0'62,"35"0"0"-62,19 17 0 0,-36-17 0 16,35-18 0-16,-194 36 0 0,18 123 0 0,35-1 0 0,53-52 0 125,0 0 0-78,17 71 0-32,36-18 0-15,36-18 0 0,-1 1 0 0,-71 34 0 125,-105-17 0-125,-18 0 0 0,0 0 0 0,159-106 0 0</inkml:trace>
  <inkml:trace contextRef="#ctx0" brushRef="#br0" timeOffset="6082.2">13811 5786 512 0,'-159'-53'0'109,"53"88"0"-109,18 18 0 0,17 17 0 78,71-17 0-78,106 35 0 0,-53-17 0 0,-53-71 0 141,0 0 0-94,0 0 0-16,88 35 0 16,-123 54 0-47,-71-54 0 62,-35 35 0-62,35-87 0 0,247-89 0 0,-141 106 0 0</inkml:trace>
  <inkml:trace contextRef="#ctx0" brushRef="#br0" timeOffset="6610.15">14128 5821 512 0,'-141'70'0'78,"88"71"0"-78,35-70 0 0,18 17 0 94,53-35 0-94,53-35 0 0,-18-36 0 110,-17-35 0-110,-18-35 0 0,-35 0 0 62,-54 194 0-62,54-18 0 47,35 0 0-47,0-53 0 62,53-52 0-46,-36-89 0 47,-70 106 0-63</inkml:trace>
  <inkml:trace contextRef="#ctx0" brushRef="#br0" timeOffset="6786.99">14499 5733 512 0,'-18'-53'0'0,"36"70"0"62</inkml:trace>
  <inkml:trace contextRef="#ctx0" brushRef="#br0" timeOffset="7906.02">14375 6315 512 0,'0'0'0'125,"88"-53"0"-109,0 18 0-16,-35-54 0 0,36-34 0 0,-89 123 0 109,0 0 0-77,0 0 0 14,0 0 0 1,0-88 0-31,-36 35 0-16,-52 17 0 62,18 72 0-62,34 17 0 0,19 105 0 0,70-34 0 0,52-36 0 0,1-88 0 0,0-70 0 0,-53-36 0 0,-53 106 0 125,0 0 0-93,18-106 0-1,-18 18 0-15,17 193 0-16,-17 1 0 0,0-106 0 93,0 0 0-61,0 0 0 14,0-106 0-14,35 18 0-32,54 53 0 0,-19 53 0 78,-34 70 0-78,-36 0 0 0,0-88 0 94,17 106 0-63,89-159 0-31,-106 53 0 0</inkml:trace>
  <inkml:trace contextRef="#ctx0" brushRef="#br0" timeOffset="8907.08">15451 5609 512 0,'0'0'0'125,"0"0"0"-78,0 0 0-16,-35 71 0 16,17 17 0-47,-35-18 0 0,53 19 0 0,0 34 0 0,0-123 0 0,71 106 0 63,17-106 0-63,-35-18 0 0,53-35 0 0,-36-17 0 0,-52-18 0 0,-18 88 0 109,0 0 0-62,-35-89 0-47,-54 125 0 0,89-36 0 125,0 0 0-78,0 0 0-16,0 0 0 16,0 0 0 0,-70 70 0-31,70 18 0-16,0 1 0 0,106-19 0 0,-106-70 0 140,123 18 0-109,-35-18 0-31,1-53 0 0,-72 18 0 0</inkml:trace>
  <inkml:trace contextRef="#ctx0" brushRef="#br0" timeOffset="15911.98">10283 7214 512 0,'-18'-53'0'62,"-70"0"0"1,-18 124 0-63,36 52 0 62,35 1 0-62,35-36 0 47,35 0 0-47,35-52 0 78,71-54 0-78,-70-35 0 47,17-53 0-47,-70 18 0 78,-18 0 0-78,0 88 0 141,0 0 0-94,0 0 0 0,-18 141 0-32,18 0 0-15,-17-17 0 0,17-19 0 0,-18 19 0 0,0-1 0 0,-17-17 0 0,35-18 0 0,-18-17 0 0,18-18 0 0,0 35 0 47,89-106 0-47,-89 18 0 78</inkml:trace>
  <inkml:trace contextRef="#ctx0" brushRef="#br0" timeOffset="16921.32">10777 7250 512 0,'-35'70'0'63,"-18"36"0"-1,53 0 0-62,0 35 0 109,53-71 0-109,17 1 0 63,71-71 0-63,-35-88 0 0,-53-18 0 78,-53 53 0-78,0-35 0 0,-18-71 0 63,-70 106 0-63,-35 53 0 62,17 35 0-62,106-35 0 0</inkml:trace>
  <inkml:trace contextRef="#ctx0" brushRef="#br0" timeOffset="18519.38">10336 9102 512 0,'0'-106'0'62,"-71"53"0"-30,-17 53 0 30,18 18 0-62,-1 34 0 0,53 37 0 63,107 16 0-63,-19-52 0 62,18 0 0-62,1 36 0 0,-72-19 0 63,-140-35 0-63,17-35 0 62,18-17 0-62,35-54 0 0,53 18 0 47,35-35 0-47,53 17 0 0,0-17 0 62,18 53 0-62,-35 17 0 0,17 1 0 16,18 17 0 62,-36 70 0-78,-87 36 0 47,17-18 0-47,53-17 0 94,35-89 0-94,35-70 0 94,-70-35 0-94,-53 52 0 0,-70-52 0 0,70 123 0 109,0 0 0-62,0 0 0-16,0 0 0 16,0 0 0 0,0 0 0 0,0 0 0-16,-177-71 0 16,124 142 0-47,1-36 0 0</inkml:trace>
  <inkml:trace contextRef="#ctx0" brushRef="#br0" timeOffset="19568.22">10160 10389 512 0,'52'-53'0'0,"-52"53"0"125,0 0 0-78,18-88 0-31,-124 53 0-16,18 70 0 0,18 53 0 47,122 1 0-47,1-37 0 0,36 19 0 0,-89-71 0 0,105 35 0 0,-16 54 0 0,-125-1 0 78,-122-71 0 16,69-34 0-94,36-54 0 0,53 18 0 62,36-17 0-62,70-19 0 0,-1 37 0 0,1-1 0 0,18 17 0 0,-36-17 0 47,-194 124 0 16,106-71 0 62,0 0 0-79,0 0 0 1,0 0 0-15,0 0 0 14,0 0 0-14,0 0 0 15,0 0 0-1,0 123 0-14,124-17 0-32,-36-35 0 0,-71 35 0 0,-140-71 0 0,35-35 0 0,17-35 0 0,71 17 0 0</inkml:trace>
  <inkml:trace contextRef="#ctx0" brushRef="#br0" timeOffset="19920.03">10601 10354 512 0,'176'-88'0'0,"0"70"0"0,-52 1 0 0,-124 17 0 0</inkml:trace>
  <inkml:trace contextRef="#ctx0" brushRef="#br0" timeOffset="22235.04">14128 6879 512 0,'-53'-88'0'93,"-53"88"0"-93,1 35 0 63,-19 89 0-63,36-71 0 62,106 35 0-62,-18-88 0 110,0 0 0-63,0 0 0-16,0 0 0 16,0 0 0 0,0 0 0-16,0 0 0 16,0 0 0 0,0 0 0-16,0 0 0 16,0 0 0-16,158 0 0-15,-17-88 0-16,-70 70 0 0,-36-70 0 0,-35 176 0 0,-17 18 0 0,17 0 0 0,-18-1 0 0,18 19 0 0,0-36 0 0,0 18 0 0,18-106 0 0</inkml:trace>
  <inkml:trace contextRef="#ctx0" brushRef="#br0" timeOffset="22826.89">10953 10442 512 0,'-35'-88'0'47,"35"88"0"62,-18-88 0-77,18 70 0-32</inkml:trace>
  <inkml:trace contextRef="#ctx0" brushRef="#br0" timeOffset="23419">10759 10160 512 0,'106'-18'0'0,"0"18"0"110,-53 0 0-110,88-17 0 0,-71-1 0 0,-140 18 0 62,-36 0 0-62,36 0 0 78,-19 35 0-78,1-17 0 0,18 0 0 47,17 70 0-47,70 0 0 109,19 0 0-109,-19-35 0 63,89-159 0 15,-106 106 0-78</inkml:trace>
  <inkml:trace contextRef="#ctx0" brushRef="#br0" timeOffset="25886.58">14499 6844 512 0,'0'0'0'109,"0"0"0"-62,0 0 0 0,70-18 0-16,-17-17 0-31,35 35 0 0,-176 0 0 63,-35 88 0-63,70 0 0 0,53-88 0 109,0 0 0-78,-36 71 0 1,125-71 0-32,16-35 0 0,-16 35 0 0,34 70 0 0,-105 36 0 125,-159 0 0-125,35-89 0 0,0 36 0 0,18-35 0 15,52 0 0 32</inkml:trace>
  <inkml:trace contextRef="#ctx0" brushRef="#br0" timeOffset="26916.94">13599 8484 512 0,'106'-17'0'0,"0"17"0"0,-53 0 0 125,52 0 0-125,-16-18 0 0,-89 18 0 0,-18 71 0 0,-53-1 0 0,36 18 0 0,-35 71 0 0,34-88 0 0,19 17 0 93,17-35 0-93</inkml:trace>
  <inkml:trace contextRef="#ctx0" brushRef="#br0" timeOffset="27451.87">14375 8467 512 0,'0'0'0'125,"0"0"0"-94,0 0 0 16,-70 105 0-47,105-16 0 0,-35-89 0 125,106 88 0-109,-36-53 0-16,1 71 0 0,-71-106 0 0,-124 88 0 15,36-70 0-15,88-18 0 0,-88 17 0 0,53-34 0 0</inkml:trace>
  <inkml:trace contextRef="#ctx0" brushRef="#br0" timeOffset="27769.9">14499 8414 512 0,'0'0'0'125,"0"0"0"-78,70-53 0-47,36 35 0 0,17 1 0 0,1-1 0 0,-1 18 0 0,-34 18 0 0,-72-18 0 0</inkml:trace>
  <inkml:trace contextRef="#ctx0" brushRef="#br0" timeOffset="29171.82">14075 10054 512 0,'0'-53'0'0,"-53"-35"0"0,-123 70 0 0,88 36 0 0,35 17 0 0,88 71 0 0,89-53 0 0,-19 0 0 0,-16-53 0 0,-19 88 0 0,-105-17 0 0,-71-36 0 0,-17-35 0 0,34-18 0 0,72-105 0 0,105 52 0 0,0-17 0 0,0 53 0 0,-17-18 0 0,17 35 0 0,-70 107 0 0,-36-19 0 0,71 36 0 0,88-53 0 0,0-88 0 16,-53-54 0 77,-88-16 0-93,-105 34 0 78,-1 71 0-78,18 35 0 0,70-35 0 0</inkml:trace>
  <inkml:trace contextRef="#ctx0" brushRef="#br0" timeOffset="53189.05">8572 12118 512 0,'88'-53'0'125,"-17"0"0"-125,-230 159 0 0,371-282 0 0,-195 87 0 0,54-52 0 0,-53 18 0 0,35-18 0 94,-36 17 0-94,1 18 0 0,-18 0 0 0,-18 1 0 47,-35 16 0-47,0 89 0 78,-17 106 0-78,52-18 0 0,18-88 0 109,-17 177 0-78,-1-36 0-31,36-18 0 0,-18 19 0 0,17-19 0 0,1-17 0 0,-1 0 0 0,54-53 0 0,-36 35 0 94,53 0 0-78,1-70 0-16,-19-36 0 0,-52 0 0 0</inkml:trace>
  <inkml:trace contextRef="#ctx0" brushRef="#br0" timeOffset="54239.64">9525 11765 512 0,'-106'71'0'63,"18"35"0"15,70-18 0-78,-17 18 0 0,35-106 0 109,0 0 0-62,17 52 0-31,54-52 0-16,-1-52 0 0,1-19 0 0,-53-35 0 0,-1 18 0 62,-17 88 0 63,0 0 0-78,-17 106 0-31,34-18 0 31,36 0 0-47,-18-17 0 0,71-18 0 15,0-159 0 1,-106 106 0 93,0 0 0-62,0 0 0-16,0-106 0-15,0 106 0-16</inkml:trace>
  <inkml:trace contextRef="#ctx0" brushRef="#br0" timeOffset="54511.09">9895 11659 512 0,'-53'106'0'62,"53"53"0"-62,0-18 0 0,0-18 0 79,0 54 0-79,0-54 0 0,18 89 0 78,-18-141 0-78,0 17 0 0,35-159 0 62,-35 1 0-62</inkml:trace>
  <inkml:trace contextRef="#ctx0" brushRef="#br0" timeOffset="54899.57">9807 12065 512 0,'88'-35'0'62,"-35"35"0"1,17 123 0 46,-140-88 0-62,-36 18 0-47,53-123 0 0,71-36 0 0,-18 106 0 0</inkml:trace>
  <inkml:trace contextRef="#ctx0" brushRef="#br0" timeOffset="55419.95">10142 11536 512 0,'18'106'0'125,"-18"52"0"-125,17-52 0 94,-17 18 0-94,0 17 0 0,35-18 0 0,-35 18 0 0,0 1 0 62,0-19 0-62,0 0 0 0,18-34 0 79,-18-178 0-79,0 54 0 62</inkml:trace>
  <inkml:trace contextRef="#ctx0" brushRef="#br0" timeOffset="55872.68">10071 11959 512 0,'89'-35'0'63,"16"35"0"-1,-34 35 0-62,-36 36 0 63,-123 35 0-63,17-89 0 78,1-17 0-78,35-88 0 78,35 88 0-78</inkml:trace>
  <inkml:trace contextRef="#ctx0" brushRef="#br0" timeOffset="56919.54">10477 11483 512 0,'0'0'0'125,"0"0"0"-78,-18 70 0-47,1 19 0 0,17 16 0 0,0-34 0 0,0 17 0 0,0-35 0 62,35 53 0-62,-35-106 0 110,0 0 0-79,88 88 0 16,0-105 0-47,-35-54 0 62,0-35 0-62,-35 212 0 63,-18-106 0 62,0 0 0-78,0 0 0-16,88 53 0 16,-35-106 0-47,-18-53 0 0,-35 53 0 0,0 106 0 0,18 124 0 0,0-72 0 31,-18-16 0-31,17 52 0 62,-34-35 0-62,-89-36 0 79,0-52 0-79,-18-36 0 0,54-35 0 46,17-70 0-46,71 34 0 16,-18 89 0-16</inkml:trace>
  <inkml:trace contextRef="#ctx0" brushRef="#br0" timeOffset="57603.87">11518 11324 512 0,'-106'53'0'62,"71"0"0"-62,-18 70 0 63,0 54 0-63,0-71 0 78,53 17 0-78,0-17 0 0,70 53 0 47,-34-106 0-47,17 35 0 0,70 0 0 78,-70-70 0 0,-18-54 0-78</inkml:trace>
  <inkml:trace contextRef="#ctx0" brushRef="#br0" timeOffset="65341.61">11870 11483 512 0,'-123'35'0'62,"17"53"0"-62,106 18 0 0,159 0 0 0,-89-71 0 79,19-17 0-79,-19 123 0 46,-158-88 0-46,-18 0 0 0,0-18 0 0,1-17 0 79,69-124 0-79,89 0 0 0,-35 53 0 93,-18 53 0-93</inkml:trace>
  <inkml:trace contextRef="#ctx0" brushRef="#br0" timeOffset="65658.53">12223 11324 512 0,'-35'71'0'78,"17"17"0"-78,18 18 0 0,0 17 0 0,0 36 0 0,0-53 0 79,18-18 0-79,-53-176 0 46,35 88 0-46</inkml:trace>
  <inkml:trace contextRef="#ctx0" brushRef="#br0" timeOffset="66200.48">11976 11853 512 0,'0'0'0'109,"0"0"0"-62,71-53 0-16,52 0 0 32,-17 53 0-47,-18 89 0-16,-70-19 0 0,35 1 0 0,17-106 0 15,-17-107 0 63,-35 54 0-15,0 71 0-1</inkml:trace>
  <inkml:trace contextRef="#ctx0" brushRef="#br0" timeOffset="67872.12">12893 11730 512 0,'-88'-18'0'109,"0"53"0"-109,53 71 0 78,17-17 0-78,53-19 0 63,71-123 0 15,-35-53 0-78,-36 0 0 0,-35 18 0 0,18-18 0 62,-36 36 0-62,18 123 0 94,0 35 0-94,0 18 0 0,0 0 0 0,53 0 0 63,0-36 0-63,53-105 0 78,0-71 0-78,-89 35 0 47,-34-17 0 15,-36 123 0-62,0 71 0 110,70 18 0-17,72-36 0-93,16-88 0 0,-34-53 0 0,-18-53 0 0,-53 106 0 141,0 0 0-110,0 0 0 16,0 0 0-16,0 0 0 16,0 0 0-16,0 0 0 16,0 0 0 0,0 0 0-16,0-70 0-15,35 140 0-16,-35-17 0 0,0-106 0 0,53-53 0 0,35 53 0 0,-17 106 0 78,-36 71 0-78,-17-36 0 0,-18-35 0 0,88-159 0 0,-70 53 0 110</inkml:trace>
  <inkml:trace contextRef="#ctx0" brushRef="#br0" timeOffset="68243.28">13969 11430 512 0,'0'71'0'0,"0"34"0"63,0 1 0-63,0-18 0 0,0 18 0 0,0-35 0 109,0-71 0 1,0-106 0-110,0 106 0 0</inkml:trace>
  <inkml:trace contextRef="#ctx0" brushRef="#br0" timeOffset="68578.52">13758 11730 512 0,'0'0'0'125,"0"0"0"-79,0 0 0-14,0 0 0 15,123 0 0-32,-35-18 0-15,18 18 0 0,18-17 0 63,-89 17 0-63</inkml:trace>
  <inkml:trace contextRef="#ctx0" brushRef="#br0" timeOffset="68748.1">14463 11747 512 0,'53'89'0'78,"-18"-1"0"-78,-87 53 0 0,-72-18 0 0,36-52 0 94,88-53 0-94</inkml:trace>
  <inkml:trace contextRef="#ctx0" brushRef="#br0" timeOffset="79409.06">14499 11483 512 0,'52'70'0'62,"-16"72"0"-62,-19-72 0 63,-17-140 0 15,0-72 0-15,53 37 0-63,71 52 0 78,-71 70 0-78,35 1 0 0,35 88 0 78,-70 0 0-78,-53-1 0 0,0-105 0 140,0 0 0-108,-17-88 0-17,34-18 0-15,19-17 0 94,16 70 0-94,1 0 0 0,53 71 0 0,-35 123 0 0,-71 0 0 0,-18-53 0 47,18-88 0 62,0 88 0-109,141-88 0 0,-35-105 0 63,-71 34 0-63,18-35 0 0,-106 18 0 94,0 88 0-94,-17 88 0 46,70 36 0 33,88-19 0-79,0-87 0 0,-88-18 0 125,0 0 0-94,0 0 0 16,124-18 0-16,-54 1 0-31,1-54 0 0,17 18 0 0,-88-17 0 0,-53 52 0 94,-35 106 0-94,70 1 0 0,18-89 0 140,0 0 0-108,0 0 0 14,36 52 0-14,34-104 0-32,-52-37 0 125,-1 178 0-125,72-54 0 0,-54-123 0 0,-18-18 0 93,19 212 0-30,-72-36 0-16,89-176 0 31,-35 1 0-78,53 34 0 62,-19 177 0 1,-52 0 0-63,18-36 0 94,70-35 0-16,-70-140 0-78,-18 105 0 0</inkml:trace>
  <inkml:trace contextRef="#ctx0" brushRef="#br0" timeOffset="79767.28">16474 10989 512 0,'0'0'0'109,"0"0"0"-62,106-18 0-47,-18 54 0 0,-35 34 0 0,53 71 0 0,-53-35 0 0,-36 0 0 0,1 17 0 0,-53 71 0 78,-18-88 0-78,35-17 0 0,-17-19 0 0,-53 54 0 63,88-124 0-63</inkml:trace>
  <inkml:trace contextRef="#ctx0" brushRef="#br0" timeOffset="124220.81">8466 9631 512 0,'0'0'0'62,"88"123"0"-62,-88-123 0 0,177 141 0 16,-177-141 0-16,0 0 0 0</inkml:trace>
  <inkml:trace contextRef="#ctx0" brushRef="#br0" timeOffset="170364.81">20390 10372 512 0,'17'70'0'78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25:46.87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423 108 512,'0'0'0,"-138"46"0,138-46 0,-137 0 0,137 0 0,-275-62 0,527-15 0,-252 77 0,0-15 0,0 15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26:34.70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295 0 512,'0'0'0,"62"148"0,-62-148 0,-125 111 0,125-111 0,0 0 0,0 0 0,0 0 0,-22 19 0,-19 55 0,41 18 0,0 19 0,-127-166 0,85 55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25:47.63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0 405 512,'88'124'0,"-88"-124"0,0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0,388-529 0,-388 529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28:53.55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0 652 512,'0'0'0,"0"-35"0</inkml:trace>
  <inkml:trace contextRef="#ctx0" brushRef="#br0" timeOffset="1577">1658 617 512,'0'0'0,"36"-35"0</inkml:trace>
  <inkml:trace contextRef="#ctx0" brushRef="#br0" timeOffset="5502">6227 0 512,'0'0'0,"0"0"0,70 17 0,-70-17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28:48.62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0 547 512,'0'0'0,"0"141"0,0-53 0,0 0 0,18 1 0,-18-19 0,0-70 0</inkml:trace>
  <inkml:trace contextRef="#ctx0" brushRef="#br0" timeOffset="2659">247 600 512,'53'88'0,"-35"18"0,-1-18 0,-105-106 0,88-52 0,53-71 0,17 70 0,19 71 0,16 106 0,-52 0 0,-35-18 0,0-70 0</inkml:trace>
  <inkml:trace contextRef="#ctx0" brushRef="#br0" timeOffset="3254">988 247 512,'17'106'0,"19"0"0,-19 0 0,1-1 0,0-34 0,-18 35 0,0-53 0,-89-53 0</inkml:trace>
  <inkml:trace contextRef="#ctx0" brushRef="#br0" timeOffset="3562">794 741 512,'106'-35'0,"-1"17"0,54 18 0,-71-18 0,-35-17 0,-53 35 0,-17 106 0,34-53 0,-17-53 0,0 0 0,88 88 0,-123-159 0</inkml:trace>
  <inkml:trace contextRef="#ctx0" brushRef="#br0" timeOffset="4647">670 582 512,'53'88'0,"-35"18"0,-1-18 0,-17-88 0</inkml:trace>
  <inkml:trace contextRef="#ctx0" brushRef="#br0" timeOffset="5319">1693 547 512,'-70'-53'0,"-18"106"0,52 35 0,36 18 0,88-53 0,18-106 0,-88-18 0,-18-17 0,0 88 0,0 88 0,18 1 0,87-54 0,-16-35 0,-19-88 0,-52 70 0</inkml:trace>
  <inkml:trace contextRef="#ctx0" brushRef="#br0" timeOffset="5980">2028 0 512,'-17'159'0,"17"-53"0,17 0 0,-17-1 0,18 1 0,0-35 0,70-71 0,-18-88 0,-34 158 0,87-52 0,-123-18 0</inkml:trace>
  <inkml:trace contextRef="#ctx0" brushRef="#br0" timeOffset="6704">2558 476 512,'17'-53'0,"71"1"0,-52 175 0,-72-35 0,-34 0 0,176-70 0,-18-53 0,-18-18 0,-17 0 0,-17-35 0,-125 52 0,19 89 0,70 36 0,88-54 0,35 35 0,-34-52 0,52-36 0,-141 18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28:56.09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229 370 512,'0'159'0,"36"-53"0,-36-1 0,17 1 0,1-18 0,-18-35 0,18 53 0,-142-159 0,107 18 0</inkml:trace>
  <inkml:trace contextRef="#ctx0" brushRef="#br0" timeOffset="279">0 882 512,'106'0'0,"0"-36"0,17 19 0,-35-36 0,18-53 0,-88 53 0,-18-35 0,0 229 0,35-53 0,-17-17 0,17 34 0,-35-175 0,53-18 0,18 105 0,-71-17 0,52 89 0,-16-1 0,70-106 0,-36-88 0,-87 0 0,-72 124 0,36 88 0,142-36 0,34 1 0,-17-71 0,-18-18 0,0-87 0,-70 87 0</inkml:trace>
  <inkml:trace contextRef="#ctx0" brushRef="#br0" timeOffset="1262">1446 529 512,'53'88'0,"18"-35"0,-1 106 0,-17-106 0,36-212 0,-72 53 0,-17 18 0,88 35 0,1 123 0,-54-52 0</inkml:trace>
  <inkml:trace contextRef="#ctx0" brushRef="#br0" timeOffset="1715">2346 564 512,'-18'-88'0,"-35"70"0,-52 18 0,34 88 0,36 1 0,52-1 0,107-18 0,-1-87 0,-70-89 0,-53 53 0,18 176 0,17-70 0,124-17 0,-53-89 0,-71-53 0,-106 0 0,1 53 0,70 106 0,159-53 0,-53-35 0,-142 123 0,54-35 0,52 35 0,1-88 0,17-88 0,-88 35 0,0-35 0,0 194 0,88-18 0,-17-71 0,-18-87 0,-53-36 0,0 106 0</inkml:trace>
  <inkml:trace contextRef="#ctx0" brushRef="#br0" timeOffset="3133">3492 370 512,'-105'-18'0,"-1"107"0,88-19 0,18-17 0,35 35 0,54-70 0,-19-18 0,-17-106 0,-53 0 0,-18 53 0,18 177 0,53-71 0,71 35 0,-71-88 0,35-88 0,-88-36 0,0 124 0</inkml:trace>
  <inkml:trace contextRef="#ctx0" brushRef="#br0" timeOffset="3669">3669 52 512,'-53'89'0,"53"17"0,35-18 0,-35-88 0,35 106 0,-35-106 0,0 35 0,0-35 0,0 0 0,0 0 0,18 70 0,-18-70 0,0 18 0,0-18 0,0 0 0,0 0 0,0-35 0,0 35 0,18-53 0,-18 53 0,35-35 0,-35 35 0,18-18 0,-18 18 0,53 0 0,-53 0 0,70 18 0,-70-18 0,18 17 0,-18-17 0,17 71 0,-17-71 0,36 35 0,-36-35 0,0 0 0,0 0 0,-53 53 0,53-53 0,-35 0 0,35 0 0,-71-53 0,71 53 0,-53-106 0,53 106 0,0-88 0,0 88 0,0 0 0,0 0 0,0 0 0</inkml:trace>
  <inkml:trace contextRef="#ctx0" brushRef="#br0" timeOffset="4215">4022 0 512,'0'0'0,"0"141"0,0-141 0,17 106 0,-17-106 0,0 52 0,0-52 0,53 124 0,-53-124 0,35 35 0,-35-35 0,89 88 0,-89-88 0,17 18 0,-17-18 0,71 0 0,-71 0 0,0 0 0,0 0 0,0 0 0,0 0 0,35 0 0,36-106 0,-89 0 0,-35 53 0,0 106 0,159 53 0,0-18 0,53-17 0,-71-53 0,-18-1 0,-52-17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28:49.83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5910 512,'0'0'0</inkml:trace>
  <inkml:trace contextRef="#ctx0" brushRef="#br0" timeOffset="986">2470 0 512,'0'0'0,"17"36"0</inkml:trace>
  <inkml:trace contextRef="#ctx0" brushRef="#br0" timeOffset="11866">2699 1535 512,'-123'-18'0,"-18"124"0,88-35 0,17 35 0,19-18 0,34 0 0,19-17 0,34-18 0,18 17 0,18-52 0,-35-36 0,17-52 0,18-36 0,-106 106 0</inkml:trace>
  <inkml:trace contextRef="#ctx0" brushRef="#br0" timeOffset="30702">8079 2470 512,'123'35'0,"-17"0"0,-88 1 0</inkml:trace>
  <inkml:trace contextRef="#ctx0" brushRef="#br0" timeOffset="32809">10848 2629 512,'53'0'0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29:02.08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0 451 512,'53'144'0,"-18"-17"0,18-2 0,-36 2 0,1-55 0,-18 19 0,-18-164 0,36-17 0,105-18 0,-34 108 0,-54 90 0,0 0 0,-17 1 0,-1-37 0,54-54 0,35-108 0,-53 17 0,-53-35 0,-88 90 0,35 72 0,-18 72 0,89-18 0,52 0 0,18-36 0,54-71 0,-90-20 0</inkml:trace>
  <inkml:trace contextRef="#ctx0" brushRef="#br0" timeOffset="841">934 740 512,'0'0'0,"-88"126"0,88 36 0,0-107 0,106 53 0,-18-108 0,-17-18 0,-18-72 0,17-1 0,-52 19 0,-18-18 0,0-18 0,0 162 0,0 90 0,0-90 0,0 36 0,18-17 0,34-182 0,-52 55 0</inkml:trace>
  <inkml:trace contextRef="#ctx0" brushRef="#br0" timeOffset="3497">1446 740 512,'-18'72'0,"-52"-18"0,17 18 0,106-72 0,53 36 0,-36 73 0,-35-55 0</inkml:trace>
  <inkml:trace contextRef="#ctx0" brushRef="#br0" timeOffset="4060">2310 307 512,'0'0'0,"0"90"0,18 1 0,-18 34 0,0 19 0,-18-35 0,-88-109 0,18-36 0,35-18 0,159-19 0,-18 19 0,36-36 0,-71 54 0,17-54 0,-70-1 0,0 182 0,0-19 0,18 18 0,-18 18 0,0-35 0,53-127 0,0-19 0,17 181 0,-52-35 0,70-37 0,18-126 0,-53 17 0,-53-35 0,-71 72 0,71 36 0,-53 90 0,53 37 0,124-37 0,-18-90 0,70-54 0,-158-1 0</inkml:trace>
  <inkml:trace contextRef="#ctx0" brushRef="#br0" timeOffset="5362">3915 73 512,'-70'35'0,"17"55"0,18 19 0,17-19 0,18-36 0,18 37 0,17-20 0,35-35 0,-17-17 0,35-38 0,-35-35 0,-17-18 0,-72 144 0,72-18 0,34 19 0,-17-73 0,35-90 0,-158-37 0,17 55 0,-35 54 0,-1 18 0,213 0 0,-18-18 0,-18 18 0,-70 54 0,-36 37 0,18-1 0,0-180 0,0-1 0,53 37 0,0-18 0,35 144 0,-70-18 0,-1 37 0,36 16 0,53-107 0,-53-17 0,-53 17 0</inkml:trace>
  <inkml:trace contextRef="#ctx0" brushRef="#br0" timeOffset="6623">4938 433 512,'-88'-91'0,"35"91"0,-53 55 0,36 71 0,87-17 0,107-73 0,-124-36 0,106-109 0,-71 1 0,-17-18 0,-18 18 0,-53-1 0,35 1 0,18 343 0,0-55 0,53 0 0,-35-18 0,17 37 0,-17-1 0,-18-198 0</inkml:trace>
  <inkml:trace contextRef="#ctx0" brushRef="#br0" timeOffset="13535">405 1912 512,'-17'90'0,"-1"54"0,18-53 0,0-91 0,35 107 0,36-70 0,-18-74 0,35-35 0,-35 18 0,-18-36 0,-17 0 0,-18 180 0,0 0 0,0-18 0,70 19 0,-17-74 0,124-17 0,-107-36 0,-17-54 0,-53 90 0</inkml:trace>
  <inkml:trace contextRef="#ctx0" brushRef="#br0" timeOffset="14141">1146 1732 512,'-18'71'0,"18"56"0,0-1 0,18 90 0,-18-17 0,0-1 0,0-54 0,0-18 0,0 19 0,0-38 0,-18-178 0,18 71 0</inkml:trace>
  <inkml:trace contextRef="#ctx0" brushRef="#br0" timeOffset="14508">1093 2164 512,'71'0'0,"35"54"0,-18 18 0,-124 19 0,-69-37 0,34-54 0,124-54 0</inkml:trace>
  <inkml:trace contextRef="#ctx0" brushRef="#br0" timeOffset="14829">1799 2164 512,'-124'0'0,"18"54"0,71 55 0,70-38 0,71-34 0,-18-91 0,-17-37 0,-36-16 0,-17-20 0,0 18 0,-36 19 0,18 253 0,0-55 0,0-18 0,0 19 0,18-55 0,70 54 0,0-108 0,0-37 0,-88 37 0</inkml:trace>
  <inkml:trace contextRef="#ctx0" brushRef="#br0" timeOffset="15453">2363 2110 512,'-106'-36'0,"0"126"0,54 18 0,69-18 0,124-71 0,-35-110 0,-88 19 0,-36-18 0,-17 145 0,88 34 0,-18 1 0,36-71 0,70-38 0,-71-89 0,-70 108 0</inkml:trace>
  <inkml:trace contextRef="#ctx0" brushRef="#br0" timeOffset="15985">2733 1641 512,'0'0'0,"0"91"0,0 17 0,18-1 0,-18 2 0,35 53 0,-35-53 0,18-38 0,-89-71 0</inkml:trace>
  <inkml:trace contextRef="#ctx0" brushRef="#br0" timeOffset="16355">2592 2164 512,'159'-18'0,"-18"0"0,-70-36 0,17 36 0,18-72 0,-106 17 0,-106 37 0,53 109 0,0-1 0,106 54 0,71 0 0,-19-108 0,1-18 0,0-35 0,-88 16 0</inkml:trace>
  <inkml:trace contextRef="#ctx0" brushRef="#br0" timeOffset="16800">3862 1641 512,'0'0'0,"53"199"0,18-92 0,-1 20 0,-17-37 0,-53-180 0,53 18 0,-35 0 0,-1-36 0,19 18 0,17 90 0</inkml:trace>
  <inkml:trace contextRef="#ctx0" brushRef="#br0" timeOffset="17271">4638 1695 512,'-35'-72'0,"-88"72"0,34 126 0,125 18 0,70-90 0,-1-144 0,-105-18 0,0 54 0,0 145 0,71 16 0,17 20 0,-35-73 0,0-54 0</inkml:trace>
  <inkml:trace contextRef="#ctx0" brushRef="#br0" timeOffset="17887">4938 1695 512,'88'37'0,"-52"34"0,70-17 0,-89 36 0,-17-17 0,-70-91 0,-1-72 0,71 18 0,106-36 0,-18 89 0,-35 19 0,35 19 0,0 89 0,-70-18 0,35 0 0,0-54 0</inkml:trace>
  <inkml:trace contextRef="#ctx0" brushRef="#br0" timeOffset="18639">5750 1732 512,'17'-109'0,"-105"55"0,0 90 0,70 54 0,36 37 0,35-37 0,17-109 0,-17-88 0,-70 16 0,17 91 0,53 108 0,-1-54 0,19 36 0,35-35 0,-18-127 0,-88 35 0</inkml:trace>
  <inkml:trace contextRef="#ctx0" brushRef="#br0" timeOffset="19276">5997 1262 512,'35'145'0,"18"36"0,-18-74 0,-17-53 0,17 37 0,0-19 0,-52-181 0,52 1 0,71 91 0,-18 52 0,-18 74 0,-52-19 0,-36-36 0,-87 0 0,16-108 0,1-55 0,106 38 0,-18 71 0</inkml:trace>
  <inkml:trace contextRef="#ctx0" brushRef="#br0" timeOffset="19864">6561 1100 512,'0'162'0,"0"-35"0,0-19 0,35 0 0,1 0 0,-1-35 0,53-2 0,71 2 0,-89-73 0,18-73 0,1-52 0,-89 34 0,-36 19 0,-34 18 0,-18 127 0,88 52 0,70-16 0,18-38 0,-17-17 0,70-35 0,-70-19 0,34-19 0,-16-35 0,-89 54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3:31.11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1760 411 512,'0'0'0,"0"0"0,0 17 0,0-17 0,17 48 0,-17-48 0,0 0 0,0 0 0,-35-48 0,35 48 0,0 0 0,0 0 0,0 0 0,0 0 0,0 0 0,0 0 0,0 0 0</inkml:trace>
  <inkml:trace contextRef="#ctx0" brushRef="#br0" timeOffset="59159">1867 510 512,'-90'-82'0,"2"48"0,88 34 0,-54-65 0,-34 48 0,-1-15 0,0 32 0,1 32 0,16 35 0,-35-18 0,37 33 0,-2-17 0,54-15 0,-194-1 0,105-32 0,-18-1 0,19-32 0,-1 16 0,18 0 0,89 0 0,18-49 0,-18 49 0,-107-33 0,107 33 0,-17 0 0,17 0 0,0 0 0,0 0 0,0 0 0</inkml:trace>
  <inkml:trace contextRef="#ctx0" brushRef="#br0" timeOffset="60904">285 33 512,'0'0'0,"0"0"0,0 0 0,0 0 0,0 0 0,0 0 0,142 49 0,-53-16 0,-89-33 0,0 0 0,0 0 0,0 0 0,0 0 0,89 0 0,-18 16 0,-17 1 0,34 49 0,-88-66 0</inkml:trace>
  <inkml:trace contextRef="#ctx0" brushRef="#br0" timeOffset="62747">427 379 512,'-107'-83'0,"54"17"0,-18-33 0,-18 83 0,36 16 0,-18-82 0,178 49 0,-107 33 0,-36 82 0,125 17 0,-36-66 0</inkml:trace>
  <inkml:trace contextRef="#ctx0" brushRef="#br0" timeOffset="66111">1351 707 512,'231'-82'0,"-231"82"0,320 17 0,-320-17 0,-18 32 0,18-32 0,-337-49 0,337 49 0,0 0 0,-427 17 0,427-17 0,0 0 0,0 0 0,-302 65 0,125-65 0,123 0 0,-141 0 0,195 0 0,35 0 0,-35 0 0,0 0 0,0 0 0,-18-16 0,18 16 0,0 0 0,0 0 0,0 0 0,0 0 0,0 0 0,107 16 0,18-16 0,-36 0 0,17-33 0,107 66 0,-124-33 0,-195 0 0,248 0 0,-196 0 0,516-16 0,-142 32 0,-124-49 0,-178 50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1:38.15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0 512,'93'0'0,"148"0"0,38 0 0,0 0 0,-205 0 0,-371 0 0,297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4:37.92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20672 4162 512,'88'0'0,"-70"-17"0</inkml:trace>
  <inkml:trace contextRef="#ctx0" brushRef="#br0" timeOffset="1194">18820 3192 512,'0'0'0,"0"0"0,0 0 0,0 0 0,0 0 0,0 0 0,0 0 0,-53-17 0,53 17 0,-35-53 0,35 53 0,0 0 0,0 0 0,0 0 0</inkml:trace>
  <inkml:trace contextRef="#ctx0" brushRef="#br0" timeOffset="2240">19561 3228 512,'-53'-89'0,"53"89"0,0 0 0,106-17 0,-106 17 0,0 17 0,0-17 0,0 0 0</inkml:trace>
  <inkml:trace contextRef="#ctx0" brushRef="#br0" timeOffset="2730">19490 2928 512,'0'0'0,"0"0"0,0 0 0,0 0 0</inkml:trace>
  <inkml:trace contextRef="#ctx0" brushRef="#br0" timeOffset="121030">0 0 512,'0'17'0</inkml:trace>
  <inkml:trace contextRef="#ctx0" brushRef="#br0" timeOffset="121161">0 158 512,'0'53'0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16:56.32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18 0 512,'0'88'0,"0"35"0,0-17 0,18 17 0,-18-17 0,35-17 0,-18 16 0,19-193 0,-36 88 0</inkml:trace>
  <inkml:trace contextRef="#ctx0" brushRef="#br0" timeOffset="284">318 105 512,'0'0'0,"17"106"0,-105 0 0,35-88 0,-53 17 0,18-17 0,318 123 0,-107-35 0,18 52 0,-88-105 0,-53-53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16:57.94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318 0 512,'-35'318'0,"-1"-1"0,-34 89 0,-1 35 0,-17 53 0,70-177 0,18-317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8:22.98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371 0 512,'-124'71'0,"36"0"0,-18-36 0,53 18 0,53-53 0</inkml:trace>
  <inkml:trace contextRef="#ctx0" brushRef="#br0" timeOffset="356">353 53 512,'0'0'0,"0"0"0,0 106 0,0-18 0,18 36 0,-18-54 0,0-17 0,0 36 0,0-37 0</inkml:trace>
  <inkml:trace contextRef="#ctx0" brushRef="#br0" timeOffset="771">0 688 512,'71'0'0,"17"0"0,-88 0 0,71 0 0,35-17 0,-1 17 0,-52 0 0,35-18 0,18 0 0,-88 18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8:25.43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154 0 512,'0'0'0,"-89"89"0,37 16 0,52-105 0,0 106 0,52 0 0,37-88 0,-1-18 0,-53-18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8:24.96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0 512,'123'-17'0,"1"70"0,-53 52 0,-54-16 0,-87-19 0,17-17 0,53-53 0,-71 0 0,71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8:25.91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35 353 512,'106'-18'0,"-18"36"0,53-18 0,-53 0 0,-17 0 0,-71-18 0</inkml:trace>
  <inkml:trace contextRef="#ctx0" brushRef="#br0" timeOffset="355">229 88 512,'0'0'0,"0"0"0,0 0 0,0 0 0,-71 142 0,-17-72 0,18-17 0,70-53 0,0 0 0,70 71 0,18 17 0,1 35 0,-72-105 0</inkml:trace>
  <inkml:trace contextRef="#ctx0" brushRef="#br0" timeOffset="2124">1023 106 512,'-106'35'0,"35"18"0,1-17 0,158-142 0,-88 106 0</inkml:trace>
  <inkml:trace contextRef="#ctx0" brushRef="#br0" timeOffset="2409">987 35 512,'18'89'0,"-18"-1"0,-18 35 0,36-34 0,-36-1 0,1 18 0,-1-89 0</inkml:trace>
  <inkml:trace contextRef="#ctx0" brushRef="#br0" timeOffset="2770">688 706 512,'0'0'0,"105"-36"0,1 72 0,18-36 0,-36-36 0,0 19 0,-88 17 0</inkml:trace>
  <inkml:trace contextRef="#ctx0" brushRef="#br0" timeOffset="3100">1587 106 512,'0'0'0,"18"141"0,-18-35 0,0-18 0,0 0 0,-18-70 0</inkml:trace>
  <inkml:trace contextRef="#ctx0" brushRef="#br0" timeOffset="3470">1287 406 512,'88'-53'0,"18"35"0,-35 18 0,17 0 0,18 0 0,-36-35 0,-70 35 0</inkml:trace>
  <inkml:trace contextRef="#ctx0" brushRef="#br0" timeOffset="3808">1922 71 512,'18'70'0,"-18"36"0,17-18 0,-17 1 0,89-54 0,-89-35 0</inkml:trace>
  <inkml:trace contextRef="#ctx0" brushRef="#br0" timeOffset="4167">2487 212 512,'0'0'0,"0"0"0,105-18 0,-34 18 0,70 0 0,-35 0 0,-88-17 0</inkml:trace>
  <inkml:trace contextRef="#ctx0" brushRef="#br0" timeOffset="4559">2575 0 512,'0'0'0,"-88"88"0,-1-52 0,37-19 0,-37 19 0,178 17 0,-1 17 0,-35-17 0,17 35 0,-17-70 0,-53-18 0</inkml:trace>
  <inkml:trace contextRef="#ctx0" brushRef="#br0" timeOffset="5272">3333 18 512,'0'0'0,"106"-18"0,-18 36 0,-70 52 0,-71 54 0,-35-89 0,88-35 0,-71 71 0,159-54 0,-17-17 0,0-17 0,70 17 0,-141 0 0,0 0 0,105 0 0,-69-18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8:32.92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0 512,'0'0'0,"0"0"0,70 70 0,-17-34 0,-53-36 0,35 35 0,-35-35 0,0 53 0,0-53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8:36.74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0 512,'0'0'0,"0"0"0,0 0 0,0 0 0,0 0 0,0 0 0,53 0 0,53 0 0,-106 0 0,17 36 0,-17-36 0,0 0 0,0 0 0,0 0 0,0 0 0,0 0 0,0 0 0,0 0 0,0 0 0,0 0 0,-17 0 0,17 0 0,-36 17 0,36-17 0,0 0 0,0 0 0,0 0 0,0 0 0,0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8:38.15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1288 39 512,'-124'0'0,"18"0"0,-35-18 0,18 0 0,123 18 0,-36 0 0,36 0 0,-88 0 0,88 0 0,-194 36 0,-123 70 0,317-106 0,0 0 0,-159 123 0,159-123 0,0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8:38.79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35 0 512,'106'-17'0,"-36"52"0,1 71 0,-71 0 0,-71-1 0,-35-52 0,1 0 0,210-53 0,-34 0 0,17 18 0,18-18 0,0 35 0,-53-88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38:50.50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9807 512,'0'0'0</inkml:trace>
  <inkml:trace contextRef="#ctx0" brushRef="#br0" timeOffset="2633">15433 0 512,'0'0'0,"0"0"0,0 0 0,0 0 0,0 0 0,0 0 0,0 0 0,0 0 0,0 0 0,-18 35 0</inkml:trace>
  <inkml:trace contextRef="#ctx0" brushRef="#br0" timeOffset="4403">6949 8978 512,'0'0'0,"0"0"0,0 0 0,0 0 0</inkml:trace>
  <inkml:trace contextRef="#ctx0" brushRef="#br0" timeOffset="31300">17532 3122 512,'0'0'0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16:47.99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0 105 512,'17'-88'0,"1"71"0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16:44.03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194 635 512,'0'0'0,"53"53"0,52-159 0,-52 0 0,-17 0 0,-19 18 0,-17 18 0,0-36 0,-17 0 0,-36 194 0,53 18 0,-36 88 0,36 0 0,-17-18 0,17 18 0,0 18 0,-18-18 0,1-53 0,17-35 0,-18 35 0,36-88 0,70 0 0,-18-194 0,-17 70 0,-35-70 0,-1-35 0,-69 70 0,-37 18 0,-16 17 0,-19 18 0,124 53 0,-106-35 0,36 35 0,176 0 0,-106 0 0,105-18 0,1-17 0,-18-18 0,36 18 0,-36-36 0,-141 160 0,35 16 0,71 1 0,0-53 0,35-106 0,-70-70 0,-36 35 0,-87 35 0,-1 53 0,71 53 0,52 35 0,36-53 0,0-35 0</inkml:trace>
  <inkml:trace contextRef="#ctx0" brushRef="#br0" timeOffset="1434">917 741 512,'70'0'0,"36"17"0,35 89 0,-123 0 0,-106-71 0,0-70 0,52-36 0,72-17 0,69 18 0,1-19 0,-18 72 0,-17-1 0,0 18 0,-71 71 0,0-71 0</inkml:trace>
  <inkml:trace contextRef="#ctx0" brushRef="#br0" timeOffset="2366">405 2222 512,'-70'124'0,"70"35"0,0-54 0,17-52 0,72 53 0,-1-106 0,-18-35 0,-17-53 0,-53-1 0,0-16 0,18 52 0,35 141 0,-18-18 0,36 19 0,-36-1 0,36-70 0,-71-107 0,-53 19 0,35-1 0,18-17 0,71-18 0,34 71 0,-16 17 0,16-35 0,1-35 0,-88 35 0,-36-17 0,-35-36 0,-53 53 0,18 0 0,35 106 0,36 53 0,34 35 0,19 0 0,-19 35 0,19-70 0,-19-18 0,18-193 0,-17 34 0,70-17 0,18 194 0,-88 35 0,52-71 0,54-87 0,-54-107 0,-52 36 0,-18 88 0,-35 88 0,70 0 0,35 1 0,-17-89 0,0-53 0</inkml:trace>
  <inkml:trace contextRef="#ctx0" brushRef="#br0" timeOffset="4182">2028 1605 512,'53'141'0,"-35"-17"0,-1-19 0,1 19 0,-18-1 0,0-17 0,18 0 0,17 0 0,35 0 0,19-89 0,-89-17 0,123-53 0,-35-35 0,-70-18 0,-36 18 0,-88 53 0,18 141 0,88 17 0,53-52 0,88-1 0,-53-70 0,18 0 0,-35-17 0,-1-1 0,1-70 0,-71 88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16:52.28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0 512,'177'36'0,"-72"-36"0,-105 0 0,0 0 0,0 0 0,0 0 0,106-36 0,-106 36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16:49.28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0 494 512,'35'141'0,"1"-35"0,52-35 0,-35-142 0,0-35 0,-18-17 0,-35-71 0,0 88 0,0 53 0,-106-35 0,0 123 0,89 36 0,123 17 0,70-123 0,-123 17 0,53 0 0,-36 1 0,-140 140 0,34-17 0,36-35 0,0-1 0,89 71 0,-37-105 0,37-36 0,16-71 0,-34 18 0,-36-35 0,-17 0 0,-36-18 0,-70 88 0,35 36 0,0 88 0,53 0 0,18-1 0,70-16 0,18-72 0,-18-17 0,0-35 0,-35-71 0,0-17 0,-53 123 0</inkml:trace>
  <inkml:trace contextRef="#ctx0" brushRef="#br0" timeOffset="1061">1164 0 512,'-17'194'0,"17"-17"0,0-177 0,0 211 0,-18 19 0,36-1 0,-18-17 0,0-106 0,53 17 0,-18-17 0,-18-212 0,-17-17 0,0 123 0</inkml:trace>
  <inkml:trace contextRef="#ctx0" brushRef="#br0" timeOffset="1419">1129 547 512,'71'-53'0,"-1"53"0,-70 0 0,0 0 0,0 0 0,0 0 0,88 36 0,0 16 0,-70 19 0,-53 17 0,-36-70 0,-35-18 0,195-53 0,16-18 0,1 18 0,0 1 0,-35-54 0,-124 0 0,-53 106 0,18 106 0,70-18 0,71 18 0,0-18 0,53-53 0,0-35 0,-18 0 0,-18-53 0,-17-35 0,-53 88 0,71-88 0,-54 0 0,-34-1 0,-71 54 0,-1 123 0,72 1 0,34 34 0,54-35 0,17-88 0,-35-141 0,-35 71 0,-36 140 0,89 71 0,-18-105 0,35-54 0,-18-53 0,-34-17 0,34-35 0,-52-1 0,-18 1 0,-36 17 0,-34 88 0,70 124 0,0 0 0,18 17 0,-1-17 0,54 0 0,-1-53 0,-17-124 0,-53 71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16:52.62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0 423 512,'194'18'0,"-88"-18"0,17 0 0,-35 0 0,18 0 0,-106-53 0,0 53 0</inkml:trace>
  <inkml:trace contextRef="#ctx0" brushRef="#br0" timeOffset="261">264 0 512,'36'106'0,"-19"0"0,19 0 0,-1-1 0,-18 19 0,-17-36 0,53 36 0,-35-19 0,-18-105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F" type="integer" max="1024" units="in"/>
        </inkml:traceFormat>
        <inkml:channelProperties>
          <inkml:channelProperty channel="X" name="resolution" value="47.24409" units="1/cm"/>
          <inkml:channelProperty channel="Y" name="resolution" value="47.24409" units="1/cm"/>
          <inkml:channelProperty channel="F" name="resolution" value="118.2448" units="1/in"/>
        </inkml:channelProperties>
      </inkml:inkSource>
      <inkml:timestamp xml:id="ts0" timeString="2026-08-13T08:16:53.94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71 124 512,'-18'-53'0,"-35"-18"0,71 142 0,17-1 0,-17 36 0,17 53 0,0-35 0,-17-1 0,-18-35 0,0-194 0,18 1 0,35 16 0,35 54 0,-18 35 0,18 35 0,-17 71 0,-71-106 0,18 106 0,-18-18 0,-89 0 0,37-70 0,-54-89 0,35-34 0,71-19 0,0 124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963822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081" y="6356351"/>
            <a:ext cx="2133044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3386" y="6356351"/>
            <a:ext cx="2894846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1494" y="6356351"/>
            <a:ext cx="2133044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22.png"/><Relationship Id="rId4" Type="http://schemas.openxmlformats.org/officeDocument/2006/relationships/customXml" Target="../ink/ink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12" Type="http://schemas.openxmlformats.org/officeDocument/2006/relationships/customXml" Target="../ink/ink11.xml"/><Relationship Id="rId17" Type="http://schemas.openxmlformats.org/officeDocument/2006/relationships/image" Target="../media/image31.png"/><Relationship Id="rId2" Type="http://schemas.openxmlformats.org/officeDocument/2006/relationships/customXml" Target="../ink/ink6.xml"/><Relationship Id="rId16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5" Type="http://schemas.openxmlformats.org/officeDocument/2006/relationships/image" Target="../media/image30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27.png"/><Relationship Id="rId14" Type="http://schemas.openxmlformats.org/officeDocument/2006/relationships/customXml" Target="../ink/ink1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37.png"/><Relationship Id="rId18" Type="http://schemas.openxmlformats.org/officeDocument/2006/relationships/customXml" Target="../ink/ink22.xml"/><Relationship Id="rId3" Type="http://schemas.openxmlformats.org/officeDocument/2006/relationships/image" Target="../media/image32.png"/><Relationship Id="rId21" Type="http://schemas.openxmlformats.org/officeDocument/2006/relationships/image" Target="../media/image41.png"/><Relationship Id="rId7" Type="http://schemas.openxmlformats.org/officeDocument/2006/relationships/image" Target="../media/image34.png"/><Relationship Id="rId12" Type="http://schemas.openxmlformats.org/officeDocument/2006/relationships/customXml" Target="../ink/ink19.xml"/><Relationship Id="rId17" Type="http://schemas.openxmlformats.org/officeDocument/2006/relationships/image" Target="../media/image39.png"/><Relationship Id="rId2" Type="http://schemas.openxmlformats.org/officeDocument/2006/relationships/customXml" Target="../ink/ink14.xml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5" Type="http://schemas.openxmlformats.org/officeDocument/2006/relationships/image" Target="../media/image38.png"/><Relationship Id="rId23" Type="http://schemas.openxmlformats.org/officeDocument/2006/relationships/image" Target="../media/image42.png"/><Relationship Id="rId10" Type="http://schemas.openxmlformats.org/officeDocument/2006/relationships/customXml" Target="../ink/ink18.xml"/><Relationship Id="rId19" Type="http://schemas.openxmlformats.org/officeDocument/2006/relationships/image" Target="../media/image40.png"/><Relationship Id="rId4" Type="http://schemas.openxmlformats.org/officeDocument/2006/relationships/customXml" Target="../ink/ink15.xml"/><Relationship Id="rId9" Type="http://schemas.openxmlformats.org/officeDocument/2006/relationships/image" Target="../media/image35.png"/><Relationship Id="rId14" Type="http://schemas.openxmlformats.org/officeDocument/2006/relationships/customXml" Target="../ink/ink20.xml"/><Relationship Id="rId22" Type="http://schemas.openxmlformats.org/officeDocument/2006/relationships/customXml" Target="../ink/ink2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13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openxmlformats.org/officeDocument/2006/relationships/customXml" Target="../ink/ink30.xml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customXml" Target="../ink/ink29.xml"/><Relationship Id="rId4" Type="http://schemas.openxmlformats.org/officeDocument/2006/relationships/customXml" Target="../ink/ink26.xml"/><Relationship Id="rId9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4114800" cy="41148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94960"/>
            <a:ext cx="2743200" cy="2743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217920"/>
            <a:ext cx="1463040" cy="1463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•  35021P28  •  BE AI &amp; ML – III YEAR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III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Frames, Factors, Control Flow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Functions in 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tabular data to functional programming: data frames, factors and tables, control statements, scope and recursion, and simulation in 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846320"/>
            <a:ext cx="3291840" cy="68580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9011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4846320"/>
            <a:ext cx="3291840" cy="68580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n-US" sz="1200" b="1" dirty="0">
              <a:solidFill>
                <a:srgbClr val="FFC82F"/>
              </a:solidFill>
            </a:endParaRPr>
          </a:p>
          <a:p>
            <a:endParaRPr lang="en-US" sz="1200" b="1" dirty="0">
              <a:solidFill>
                <a:srgbClr val="FFC82F"/>
              </a:solidFill>
            </a:endParaRPr>
          </a:p>
          <a:p>
            <a:r>
              <a:rPr lang="en-US" sz="1200" dirty="0">
                <a:solidFill>
                  <a:srgbClr val="FFC82F"/>
                </a:solidFill>
              </a:rPr>
              <a:t>Learn to apply R programming for Text processing</a:t>
            </a:r>
            <a:endParaRPr lang="en-IN" sz="1200" dirty="0">
              <a:solidFill>
                <a:srgbClr val="FFC82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0" y="49011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4846320"/>
            <a:ext cx="3291840" cy="68580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49011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09560" y="5138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S. Pitchumani Angayarkanni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SYLLABUS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Syllabus Coverage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41248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4650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46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Frames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480560" y="16916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data frames • matrix-like operations • merging • applying functions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91672" cy="841248"/>
          </a:xfrm>
          <a:prstGeom prst="rect">
            <a:avLst/>
          </a:prstGeom>
          <a:solidFill>
            <a:srgbClr val="F5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7249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724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67004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&amp; Tables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80560" y="2670048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and levels • common factor functions • working with tables • other related functions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11091672" cy="841248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703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64845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Statements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80560" y="3648456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if/for/while/repeat • arithmetic &amp; Boolean operators • Boolean values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35424"/>
            <a:ext cx="11091672" cy="841248"/>
          </a:xfrm>
          <a:prstGeom prst="rect">
            <a:avLst/>
          </a:prstGeom>
          <a:solidFill>
            <a:srgbClr val="F5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468172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681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62686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In Depth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480560" y="4626864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arguments • functions as objects • environment &amp; scope • writing upstairs • recursion • replacement functions • composing function code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13832"/>
            <a:ext cx="11091672" cy="841248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566013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6601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560527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&amp; Simulation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480560" y="560527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distributions • set.seed() • sample() • Monte Carlo methods in 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33172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19456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27889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Frames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38404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R's core structure for tabular, mixed-type data — creation, matrix-like manipulation, merging and functional application.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 Frame?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Equal-Length Vectors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frame is R's rectangular data structure: each column is a vector (its own type), and all columns share the same number of rows — like a spreadsheet or a database table.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by Column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matrix, different columns can hold different data types — numeric, character, logical, or factor — while every value within one column stays the same type.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392424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65576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and Column Names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739896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frame carries row names and column names, accessible with rownames() and colnames(), used for labelling and indexing.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34256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07408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81728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 are the standard input format for statistical functions, machine-learning pipelines, and most real-world datasets imported via read.csv() or similar functions.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Data Frames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data.frame() builds a frame column by column from vectors of equal length.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0370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stringsAsFactors defaults to FALSE in modern R — character columns stay character unless converted.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912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str() and summary() give a quick structural and statistical snapshot.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7490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nrow(), ncol() and dim() report the frame's shape.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&lt;- data.frame(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= 1:4,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= c("Asha","Ravi","Meera","Kabir"),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marks  = c(78, 85, 92, 67),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passed = c(TRUE, TRUE, TRUE, FALSE)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str(students)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nrow(students); ncol(students)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'data.frame': 4 obs. of 4 variables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 = 4   ncol =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Matrix-Like Operations in Data Frames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 support [row, col] indexing just like matrices.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037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rbind() adds rows; cbind() adds columns — both preserve column types.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626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8620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works column-wise when columns are numeric; use sapply() for row/column summaries.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520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colSums(), rowSums(), colMeans() work directly on numeric-only frames.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students[2, ]              # 2nd row, all cols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students[, "marks"]        # marks column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students[students$marks&gt;75,]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new_row &lt;- data.frame(id=5, name="Zoya",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marks=88, passed=TRUE)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&lt;- rbind(students, new_row)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colMeans(students["marks"])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 rows where marks &gt; 75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Appends Zoya as row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marks returned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398B3F90-53C6-3DCA-3C27-FE6ABEDD5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02" y="4279392"/>
            <a:ext cx="4673253" cy="19243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832262F-BA0A-CB2E-3CE1-3C47AC2A0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58" y="1031132"/>
            <a:ext cx="10097909" cy="38839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3E17AE-E723-003C-4B04-53B5F3EA5CD3}"/>
                  </a:ext>
                </a:extLst>
              </p14:cNvPr>
              <p14:cNvContentPartPr/>
              <p14:nvPr/>
            </p14:nvContentPartPr>
            <p14:xfrm>
              <a:off x="3562200" y="2768760"/>
              <a:ext cx="8051760" cy="4057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C93E17AE-E723-003C-4B04-53B5F3EA5C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52840" y="2759400"/>
                <a:ext cx="8070480" cy="407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xmlns="" val="2955151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Data Frames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combines two frames on a common key column, like a SQL join.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037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all=FALSE (default) performs an inner join — only matching keys are kept.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626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8620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all=TRUE performs a full outer join; all.x=TRUE is a left join; all.y=TRUE is a right join.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520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Non-matching rows get NA filled in for columns from the other table.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 &lt;- data.frame(id=c(1,2,3),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dept=c("CSE","AIML","ECE"))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merge(students, dept, by="id")            # inner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merge(students, dept, by="id", all=TRUE)  # outer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merge(students, dept, by="id", all.x=TRUE)# left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Inner: only ids 1–3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Outer: all ids, NA where unmatched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Left: all students, dept = NA if none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3C52E1C-E7DA-2079-0437-E763DA17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74" y="0"/>
            <a:ext cx="9319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66135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7F6D007-A1C2-AE04-E8F9-0FE9983F9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985" y="593660"/>
            <a:ext cx="8706296" cy="599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3133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0646588-C298-FA9C-837D-0DB1C1C0B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4" y="42390"/>
            <a:ext cx="5172797" cy="67732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5F64B1E-3273-2B9F-710A-AEC2BBBE2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935" y="0"/>
            <a:ext cx="53871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9360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9893991-E237-033B-E1EC-9B7552D7A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600" y="1799618"/>
            <a:ext cx="8913628" cy="347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47266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Functions to Data Frames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apply(df, MARGIN, FUN)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FUN across rows (MARGIN=1) or columns (MARGIN=2) of a data frame that is coercible to a matrix.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sapply(df, FUN)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FUN to each column and simplifies the result to a vector or matrix when possible.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819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lapply(df, FUN)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856232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FUN to each column and always returns a list — useful when column results differ in length or type.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2450592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5237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tapply(x, factor, FUN)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2798064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FUN to a vector x, split by the levels of a grouping factor — the bridge between data frames and factors.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sapply(students[c("marks")], mean)  →  column-wise mean of numeric columns.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5FFD005-19EC-E7D8-26DB-411ED43CC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549"/>
            <a:ext cx="762184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99B0853-2B71-D693-0A57-F18CE3D64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268" y="-87549"/>
            <a:ext cx="5462372" cy="67541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CD561C-E72B-3EC2-438B-605A84E89254}"/>
                  </a:ext>
                </a:extLst>
              </p14:cNvPr>
              <p14:cNvContentPartPr/>
              <p14:nvPr/>
            </p14:nvContentPartPr>
            <p14:xfrm>
              <a:off x="3047760" y="2019240"/>
              <a:ext cx="4299120" cy="2629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ADCD561C-E72B-3EC2-438B-605A84E892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38400" y="2009880"/>
                <a:ext cx="4317840" cy="264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xmlns="" val="3408742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0262598-14C8-D3ED-0D0A-C91EA99FC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87548"/>
            <a:ext cx="704282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C0158F5-1507-2523-EBB6-682DE9603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987" y="0"/>
            <a:ext cx="5651838" cy="694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34019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801E65D-3EE4-CBFC-F525-AF264D326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00" y="739302"/>
            <a:ext cx="10697024" cy="519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57382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33172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19456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27889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and Tables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38404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categorical data efficiently, and summarising it with frequency and cross-tabulation tables.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and Tables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&amp; TABLES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and Levels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 stores categorical data as integer codes with a levels attribute holding the category labels.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323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factor() and as.factor() both create factors; as.factor() coerces an existing vector.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912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levels() returns the distinct category names, in the order R has assigned them (alphabetical by default).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977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factors (ordered=TRUE) additionally support comparison operators like &lt; and &gt;.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&lt;- factor(c("Low","High","Low","Med"))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levels(grade)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as.integer(grade)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&lt;- factor(c("Low","High","Med"),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levels=c("Low","Med","High"), ordered=TRUE)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risk[1] &lt; risk[3]     # TRUE: Low &lt; High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levels(grade) -&gt; "High" "Low" "Med"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risk[1] &lt; risk[3] -&gt; TRUE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&amp; Tables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&amp; TABLES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Functions Used With Factors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levels(f) / nlevels(f)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category labels, or a count of how many distinct levels exist.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table(f)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frequency count of each level — the most common way to summarise a factor.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392424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6557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droplevels(f)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739896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unused factor levels after subsetting, so table() output stays clean.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508760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5819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relevel(f, ref=)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1856232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which level is treated as the baseline/reference, important for regression modelling.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2450592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5237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factor(f, labels=)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2798064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Renames the levels of an existing factor without changing the underlying grouping.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3392424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3392424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46557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is.factor(x) / as.character(f)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3739896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an object is a factor, or convert factor levels back to plain text.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&amp; Tables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FFBD09B-C407-D194-59CF-7523A9357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69" y="239020"/>
            <a:ext cx="4505954" cy="60492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8322D54-396D-F843-EE1C-24BC76638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521" y="0"/>
            <a:ext cx="4810796" cy="6649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016DD5A-0B7C-AE09-89A1-33F50F393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415" y="0"/>
            <a:ext cx="4078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261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&amp; TABLES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Tables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table() cross-tabulates one or more categorical vectors into a contingency 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037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tables reveal the joint distribution of two factors at once.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626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8620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prop.table() converts raw counts into proportions (row-wise, column-wise, or overall).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520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addmargins() appends row and column totals to a table for quick reporting.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 &lt;- c("F","M","F","F","M","M")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&lt;- c("Pass","Pass","Fail","Pass","Fail","Pass")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&lt;- table(gender, result)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prop.table(t, margin=1)   # row proportions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addmargins(t)             # totals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   Fail Pass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        1   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        1   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&amp; Tables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&amp; TABLES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Factor and Table-Related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xtabs(~ f1 + f2, data)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 cross-tabulation, an alternative to table() that works directly with data frame columns — useful for multi-way tables.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cut(x, breaks)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continuous numeric vector into a factor of binned intervals, e.g. converting marks into grade bands.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392424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65576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tapply(x, INDEX, FUN)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739896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vector x by factor levels in INDEX and applies FUN to each group — a factor-aware apply.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34256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07408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summary(f) and plot(f)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81728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summary() on a factor reports counts per level; plot() on a factor produces a quick bar chart of frequencies.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&amp; Tables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9236108-8019-85BA-83FF-C2FDF7237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10" y="194811"/>
            <a:ext cx="4143953" cy="6468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3F2F2E9-1293-2AD7-A8FD-D57DF9FD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503" y="378080"/>
            <a:ext cx="3343742" cy="2638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86D1B48-7CD8-E7C8-C478-02ED5EFBC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493" y="677634"/>
            <a:ext cx="4458322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41520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33172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19456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27889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Statements, Arithmetic &amp; Boolean Operators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38404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program flow with conditionals and loops, and evaluating logical expressions correctly.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Statements, Arithmetic &amp; Boolean Operators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2188520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162" y="1965960"/>
            <a:ext cx="58023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sz="2800"/>
              <a:t>Control Statements in R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243" y="3337560"/>
            <a:ext cx="59752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DE1F5"/>
                </a:solidFill>
              </a:defRPr>
            </a:pPr>
            <a:r>
              <a:rPr sz="2800"/>
              <a:t>Decision Making • Loops • Flow Control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46963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800"/>
              <a:t>What are Control Statements?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329" y="1371600"/>
            <a:ext cx="10695694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defRPr sz="2300">
                <a:solidFill>
                  <a:srgbClr val="1E1E1E"/>
                </a:solidFill>
              </a:defRPr>
            </a:pPr>
            <a:r>
              <a:rPr sz="3200"/>
              <a:t>• Control statements determine the order in which R executes instructions.</a:t>
            </a:r>
          </a:p>
          <a:p>
            <a:pPr algn="just">
              <a:spcAft>
                <a:spcPts val="1000"/>
              </a:spcAft>
              <a:defRPr sz="2300">
                <a:solidFill>
                  <a:srgbClr val="1E1E1E"/>
                </a:solidFill>
              </a:defRPr>
            </a:pPr>
            <a:r>
              <a:rPr sz="3200"/>
              <a:t>• They help a program make decisions, repeat tasks and alter normal execution.</a:t>
            </a:r>
          </a:p>
          <a:p>
            <a:pPr algn="just">
              <a:spcAft>
                <a:spcPts val="1000"/>
              </a:spcAft>
              <a:defRPr sz="2300">
                <a:solidFill>
                  <a:srgbClr val="1E1E1E"/>
                </a:solidFill>
              </a:defRPr>
            </a:pPr>
            <a:r>
              <a:rPr sz="3200"/>
              <a:t>• Main categories: decision statements, loops and jump/transfer statements.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44287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Eight Important Control Statements in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6994" y="1371600"/>
            <a:ext cx="9598700" cy="3452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rPr sz="2000"/>
              <a:t>• if condition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rPr sz="2000"/>
              <a:t>• if–else condition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rPr sz="2000"/>
              <a:t>• for loop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rPr sz="2000"/>
              <a:t>• nested loops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rPr sz="2000"/>
              <a:t>• while loop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rPr sz="2000"/>
              <a:t>• repeat + break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rPr sz="2000"/>
              <a:t>• return statement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rPr sz="2000"/>
              <a:t>• next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175163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1. if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205" y="960120"/>
            <a:ext cx="49852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69AA"/>
                </a:solidFill>
              </a:defRPr>
            </a:pPr>
            <a:r>
              <a:rPr sz="2000"/>
              <a:t>Execute a block only when a condition is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329" y="1371600"/>
            <a:ext cx="5210723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The condition is evaluated first.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If TRUE, statements inside { } execute.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If FALSE, the block is skipped.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4885" y="1371600"/>
            <a:ext cx="5302139" cy="4297680"/>
          </a:xfrm>
          <a:prstGeom prst="roundRect">
            <a:avLst/>
          </a:prstGeom>
          <a:solidFill>
            <a:srgbClr val="F7F8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43C5F"/>
                </a:solidFill>
                <a:latin typeface="Courier New"/>
              </a:defRPr>
            </a:pPr>
            <a:r>
              <a:rPr sz="2000"/>
              <a:t>x &lt;- 100</a:t>
            </a:r>
            <a:r>
              <a:t/>
            </a:r>
            <a:br/>
            <a:r>
              <a:t/>
            </a:r>
            <a:br/>
            <a:r>
              <a:rPr sz="2000"/>
              <a:t>if (x &gt; 10) {</a:t>
            </a:r>
            <a:r>
              <a:t/>
            </a:r>
            <a:br/>
            <a:r>
              <a:rPr sz="2000"/>
              <a:t>  print(paste(x, "is greater than 10"))</a:t>
            </a:r>
            <a:r>
              <a:t/>
            </a:r>
            <a:br/>
            <a:r>
              <a:rPr sz="2000"/>
              <a:t>}</a:t>
            </a:r>
            <a:r>
              <a:t/>
            </a:r>
            <a:br/>
            <a:r>
              <a:t/>
            </a:r>
            <a:br/>
            <a:r>
              <a:rPr sz="2000"/>
              <a:t># Output:</a:t>
            </a:r>
            <a:r>
              <a:t/>
            </a:r>
            <a:br/>
            <a:r>
              <a:rPr sz="2000"/>
              <a:t># "100 is greater than 10"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23046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2. if–else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205" y="960120"/>
            <a:ext cx="42114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69AA"/>
                </a:solidFill>
              </a:defRPr>
            </a:pPr>
            <a:r>
              <a:rPr sz="2000"/>
              <a:t>Choose between two alternative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329" y="1371600"/>
            <a:ext cx="5210723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if block executes when the condition is TRUE.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else block executes when the condition is FALSE.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Useful for pass/fail, eligible/not eligible, high/low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4885" y="1371600"/>
            <a:ext cx="5302139" cy="4297680"/>
          </a:xfrm>
          <a:prstGeom prst="roundRect">
            <a:avLst/>
          </a:prstGeom>
          <a:solidFill>
            <a:srgbClr val="F7F8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43C5F"/>
                </a:solidFill>
                <a:latin typeface="Courier New"/>
              </a:defRPr>
            </a:pPr>
            <a:r>
              <a:rPr sz="2000"/>
              <a:t>x &lt;- 5</a:t>
            </a:r>
            <a:r>
              <a:t/>
            </a:r>
            <a:br/>
            <a:r>
              <a:t/>
            </a:r>
            <a:br/>
            <a:r>
              <a:rPr sz="2000"/>
              <a:t>if (x &gt; 10) {</a:t>
            </a:r>
            <a:r>
              <a:t/>
            </a:r>
            <a:br/>
            <a:r>
              <a:rPr sz="2000"/>
              <a:t>  print("Greater than 10")</a:t>
            </a:r>
            <a:r>
              <a:t/>
            </a:r>
            <a:br/>
            <a:r>
              <a:rPr sz="2000"/>
              <a:t>} else {</a:t>
            </a:r>
            <a:r>
              <a:t/>
            </a:r>
            <a:br/>
            <a:r>
              <a:rPr sz="2000"/>
              <a:t>  print("Less than or equal to 10")</a:t>
            </a:r>
            <a:r>
              <a:t/>
            </a:r>
            <a:br/>
            <a:r>
              <a:rPr sz="2000"/>
              <a:t>}</a:t>
            </a:r>
            <a:r>
              <a:t/>
            </a:r>
            <a:br/>
            <a:r>
              <a:t/>
            </a:r>
            <a:br/>
            <a:r>
              <a:rPr sz="2000"/>
              <a:t># Output: Less than or equal to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13285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3. for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205" y="960120"/>
            <a:ext cx="58021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69AA"/>
                </a:solidFill>
              </a:defRPr>
            </a:pPr>
            <a:r>
              <a:rPr sz="2000"/>
              <a:t>Repeat a block for every value in a sequence or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329" y="1371600"/>
            <a:ext cx="5210723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Best when the number of iterations is known.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The loop variable takes one value at a time.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Frequently used with vectors, lists and data frames.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4885" y="1371600"/>
            <a:ext cx="5302139" cy="4297680"/>
          </a:xfrm>
          <a:prstGeom prst="roundRect">
            <a:avLst/>
          </a:prstGeom>
          <a:solidFill>
            <a:srgbClr val="F7F8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43C5F"/>
                </a:solidFill>
                <a:latin typeface="Courier New"/>
              </a:defRPr>
            </a:pPr>
            <a:r>
              <a:rPr sz="2000"/>
              <a:t>x &lt;- letters[4:10]</a:t>
            </a:r>
            <a:r>
              <a:t/>
            </a:r>
            <a:br/>
            <a:r>
              <a:t/>
            </a:r>
            <a:br/>
            <a:r>
              <a:rPr sz="2000"/>
              <a:t>for (i in x) {</a:t>
            </a:r>
            <a:r>
              <a:t/>
            </a:r>
            <a:br/>
            <a:r>
              <a:rPr sz="2000"/>
              <a:t>  print(i)</a:t>
            </a:r>
            <a:r>
              <a:t/>
            </a:r>
            <a:br/>
            <a:r>
              <a:rPr sz="2000"/>
              <a:t>}</a:t>
            </a:r>
            <a:r>
              <a:t/>
            </a:r>
            <a:br/>
            <a:r>
              <a:t/>
            </a:r>
            <a:br/>
            <a:r>
              <a:rPr sz="2000"/>
              <a:t># d e f g h i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187333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4. Nested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205" y="960120"/>
            <a:ext cx="36872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69AA"/>
                </a:solidFill>
              </a:defRPr>
            </a:pPr>
            <a:r>
              <a:rPr sz="2000"/>
              <a:t>A loop placed inside another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329" y="1371600"/>
            <a:ext cx="5210723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Outer loop controls one dimension.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Inner loop processes another dimension.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Useful for matrices, grids and combinations.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4885" y="1371600"/>
            <a:ext cx="5302139" cy="4297680"/>
          </a:xfrm>
          <a:prstGeom prst="roundRect">
            <a:avLst/>
          </a:prstGeom>
          <a:solidFill>
            <a:srgbClr val="F7F8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43C5F"/>
                </a:solidFill>
                <a:latin typeface="Courier New"/>
              </a:defRPr>
            </a:pPr>
            <a:r>
              <a:rPr sz="2000"/>
              <a:t>m &lt;- matrix(2:15, nrow = 2)</a:t>
            </a:r>
            <a:r>
              <a:t/>
            </a:r>
            <a:br/>
            <a:r>
              <a:t/>
            </a:r>
            <a:br/>
            <a:r>
              <a:rPr sz="2000"/>
              <a:t>for (r in seq_len(nrow(m))) {</a:t>
            </a:r>
            <a:r>
              <a:t/>
            </a:r>
            <a:br/>
            <a:r>
              <a:rPr sz="2000"/>
              <a:t>  for (c in seq_len(ncol(m))) {</a:t>
            </a:r>
            <a:r>
              <a:t/>
            </a:r>
            <a:br/>
            <a:r>
              <a:rPr sz="2000"/>
              <a:t>    print(m[r, c])</a:t>
            </a:r>
            <a:r>
              <a:t/>
            </a:r>
            <a:br/>
            <a:r>
              <a:rPr sz="2000"/>
              <a:t>  }</a:t>
            </a:r>
            <a:r>
              <a:t/>
            </a:r>
            <a:br/>
            <a:r>
              <a:rPr sz="200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2">
            <p14:nvContentPartPr>
              <p14:cNvPr id="409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074150" y="6743700"/>
              <a:ext cx="152400" cy="63500"/>
            </p14:xfrm>
          </p:contentPart>
        </mc:Choice>
        <mc:Fallback>
          <p:pic>
            <p:nvPicPr>
              <p:cNvPr id="409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68518" y="6738042"/>
                <a:ext cx="163664" cy="741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4">
            <p14:nvContentPartPr>
              <p14:cNvPr id="409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693150" y="6610350"/>
              <a:ext cx="107950" cy="190500"/>
            </p14:xfrm>
          </p:contentPart>
        </mc:Choice>
        <mc:Fallback>
          <p:pic>
            <p:nvPicPr>
              <p:cNvPr id="409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86673" y="6603892"/>
                <a:ext cx="120184" cy="2026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6">
            <p14:nvContentPartPr>
              <p14:cNvPr id="410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629900" y="6286500"/>
              <a:ext cx="171450" cy="190500"/>
            </p14:xfrm>
          </p:contentPart>
        </mc:Choice>
        <mc:Fallback>
          <p:pic>
            <p:nvPicPr>
              <p:cNvPr id="410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23430" y="6280197"/>
                <a:ext cx="183671" cy="20240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16049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5. while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205" y="960120"/>
            <a:ext cx="427277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69AA"/>
                </a:solidFill>
              </a:defRPr>
            </a:pPr>
            <a:r>
              <a:rPr sz="2000"/>
              <a:t>Repeat while a condition remains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329" y="1371600"/>
            <a:ext cx="5210723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Condition is tested before each iteration.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The loop may execute zero times.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Always update the controlling variable to avoid an infinite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4885" y="1371600"/>
            <a:ext cx="5302139" cy="4297680"/>
          </a:xfrm>
          <a:prstGeom prst="roundRect">
            <a:avLst/>
          </a:prstGeom>
          <a:solidFill>
            <a:srgbClr val="F7F8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43C5F"/>
                </a:solidFill>
                <a:latin typeface="Courier New"/>
              </a:defRPr>
            </a:pPr>
            <a:r>
              <a:rPr sz="2000"/>
              <a:t>x &lt;- 1</a:t>
            </a:r>
            <a:r>
              <a:t/>
            </a:r>
            <a:br/>
            <a:r>
              <a:t/>
            </a:r>
            <a:br/>
            <a:r>
              <a:rPr sz="2000"/>
              <a:t>while (x &lt;= 5) {</a:t>
            </a:r>
            <a:r>
              <a:t/>
            </a:r>
            <a:br/>
            <a:r>
              <a:rPr sz="2000"/>
              <a:t>  print(x)</a:t>
            </a:r>
            <a:r>
              <a:t/>
            </a:r>
            <a:br/>
            <a:r>
              <a:rPr sz="2000"/>
              <a:t>  x &lt;- x + 1</a:t>
            </a:r>
            <a:r>
              <a:t/>
            </a:r>
            <a:br/>
            <a:r>
              <a:rPr sz="2000"/>
              <a:t>}</a:t>
            </a:r>
            <a:r>
              <a:t/>
            </a:r>
            <a:br/>
            <a:r>
              <a:t/>
            </a:r>
            <a:br/>
            <a:r>
              <a:rPr sz="2000"/>
              <a:t># Output: 1 2 3 4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2">
            <p14:nvContentPartPr>
              <p14:cNvPr id="512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43100" y="3086100"/>
              <a:ext cx="2266950" cy="234950"/>
            </p14:xfrm>
          </p:contentPart>
        </mc:Choice>
        <mc:Fallback>
          <p:pic>
            <p:nvPicPr>
              <p:cNvPr id="512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6621" y="3079624"/>
                <a:ext cx="2279188" cy="247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4">
            <p14:nvContentPartPr>
              <p14:cNvPr id="512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01800" y="3181350"/>
              <a:ext cx="1162050" cy="368300"/>
            </p14:xfrm>
          </p:contentPart>
        </mc:Choice>
        <mc:Fallback>
          <p:pic>
            <p:nvPicPr>
              <p:cNvPr id="512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95322" y="3174876"/>
                <a:ext cx="1174286" cy="3805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6">
            <p14:nvContentPartPr>
              <p14:cNvPr id="512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86100" y="2997200"/>
              <a:ext cx="1739900" cy="393700"/>
            </p14:xfrm>
          </p:contentPart>
        </mc:Choice>
        <mc:Fallback>
          <p:pic>
            <p:nvPicPr>
              <p:cNvPr id="512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79621" y="2990614"/>
                <a:ext cx="1752138" cy="406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512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81050" y="3244850"/>
              <a:ext cx="3924300" cy="2127250"/>
            </p14:xfrm>
          </p:contentPart>
        </mc:Choice>
        <mc:Fallback>
          <p:pic>
            <p:nvPicPr>
              <p:cNvPr id="512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4571" y="3238372"/>
                <a:ext cx="3936539" cy="2139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5126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97050" y="3581400"/>
              <a:ext cx="2736850" cy="1123950"/>
            </p14:xfrm>
          </p:contentPart>
        </mc:Choice>
        <mc:Fallback>
          <p:pic>
            <p:nvPicPr>
              <p:cNvPr id="5126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90571" y="3574922"/>
                <a:ext cx="2749089" cy="11361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5127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353800" y="6578600"/>
              <a:ext cx="762000" cy="273050"/>
            </p14:xfrm>
          </p:contentPart>
        </mc:Choice>
        <mc:Fallback>
          <p:pic>
            <p:nvPicPr>
              <p:cNvPr id="5127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347321" y="6572158"/>
                <a:ext cx="774238" cy="2852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5128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515600" y="6851650"/>
              <a:ext cx="330200" cy="1588"/>
            </p14:xfrm>
          </p:contentPart>
        </mc:Choice>
        <mc:Fallback>
          <p:pic>
            <p:nvPicPr>
              <p:cNvPr id="5128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509125" y="6823066"/>
                <a:ext cx="342430" cy="55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6">
            <p14:nvContentPartPr>
              <p14:cNvPr id="5129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30700" y="5353050"/>
              <a:ext cx="7480300" cy="1498600"/>
            </p14:xfrm>
          </p:contentPart>
        </mc:Choice>
        <mc:Fallback>
          <p:pic>
            <p:nvPicPr>
              <p:cNvPr id="5129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24220" y="5346575"/>
                <a:ext cx="7492540" cy="151083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284392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6. repeat Loop and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205" y="960120"/>
            <a:ext cx="55887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69AA"/>
                </a:solidFill>
              </a:defRPr>
            </a:pPr>
            <a:r>
              <a:rPr sz="2000"/>
              <a:t>repeat continues indefinitely until explicitly stopped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329" y="1371600"/>
            <a:ext cx="5210723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repeat has no condition in its header.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break immediately terminates the loop.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The exit condition is normally checked inside the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4885" y="1371600"/>
            <a:ext cx="5302139" cy="4297680"/>
          </a:xfrm>
          <a:prstGeom prst="roundRect">
            <a:avLst/>
          </a:prstGeom>
          <a:solidFill>
            <a:srgbClr val="F7F8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43C5F"/>
                </a:solidFill>
                <a:latin typeface="Courier New"/>
              </a:defRPr>
            </a:pPr>
            <a:r>
              <a:rPr sz="2000"/>
              <a:t>x &lt;- 1</a:t>
            </a:r>
            <a:r>
              <a:t/>
            </a:r>
            <a:br/>
            <a:r>
              <a:t/>
            </a:r>
            <a:br/>
            <a:r>
              <a:rPr sz="2000"/>
              <a:t>repeat {</a:t>
            </a:r>
            <a:r>
              <a:t/>
            </a:r>
            <a:br/>
            <a:r>
              <a:rPr sz="2000"/>
              <a:t>  print(x)</a:t>
            </a:r>
            <a:r>
              <a:t/>
            </a:r>
            <a:br/>
            <a:r>
              <a:rPr sz="2000"/>
              <a:t>  x &lt;- x + 1</a:t>
            </a:r>
            <a:r>
              <a:t/>
            </a:r>
            <a:br/>
            <a:r>
              <a:rPr sz="2000"/>
              <a:t>  if (x &gt; 5) {</a:t>
            </a:r>
            <a:r>
              <a:t/>
            </a:r>
            <a:br/>
            <a:r>
              <a:rPr sz="2000"/>
              <a:t>    break</a:t>
            </a:r>
            <a:r>
              <a:t/>
            </a:r>
            <a:br/>
            <a:r>
              <a:rPr sz="2000"/>
              <a:t>  }</a:t>
            </a:r>
            <a:r>
              <a:t/>
            </a:r>
            <a:br/>
            <a:r>
              <a:rPr sz="200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2">
            <p14:nvContentPartPr>
              <p14:cNvPr id="614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03650" y="4457700"/>
              <a:ext cx="196850" cy="304800"/>
            </p14:xfrm>
          </p:contentPart>
        </mc:Choice>
        <mc:Fallback>
          <p:pic>
            <p:nvPicPr>
              <p:cNvPr id="61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7184" y="4451223"/>
                <a:ext cx="209063" cy="317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4">
            <p14:nvContentPartPr>
              <p14:cNvPr id="614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84350" y="4533900"/>
              <a:ext cx="114300" cy="825500"/>
            </p14:xfrm>
          </p:contentPart>
        </mc:Choice>
        <mc:Fallback>
          <p:pic>
            <p:nvPicPr>
              <p:cNvPr id="614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7900" y="4527423"/>
                <a:ext cx="126482" cy="837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6">
            <p14:nvContentPartPr>
              <p14:cNvPr id="614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00850" y="3105150"/>
              <a:ext cx="254000" cy="247650"/>
            </p14:xfrm>
          </p:contentPart>
        </mc:Choice>
        <mc:Fallback>
          <p:pic>
            <p:nvPicPr>
              <p:cNvPr id="61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94383" y="3098680"/>
                <a:ext cx="266215" cy="259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614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115050" y="3511550"/>
              <a:ext cx="95250" cy="152400"/>
            </p14:xfrm>
          </p:contentPart>
        </mc:Choice>
        <mc:Fallback>
          <p:pic>
            <p:nvPicPr>
              <p:cNvPr id="614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08883" y="3505170"/>
                <a:ext cx="106899" cy="164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615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00750" y="3524250"/>
              <a:ext cx="120650" cy="133350"/>
            </p14:xfrm>
          </p:contentPart>
        </mc:Choice>
        <mc:Fallback>
          <p:pic>
            <p:nvPicPr>
              <p:cNvPr id="615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94473" y="3517469"/>
                <a:ext cx="132506" cy="1461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615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05550" y="3460750"/>
              <a:ext cx="1384300" cy="254000"/>
            </p14:xfrm>
          </p:contentPart>
        </mc:Choice>
        <mc:Fallback>
          <p:pic>
            <p:nvPicPr>
              <p:cNvPr id="615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99071" y="3454283"/>
                <a:ext cx="1396538" cy="2662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6152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86000" y="6737350"/>
              <a:ext cx="57150" cy="69850"/>
            </p14:xfrm>
          </p:contentPart>
        </mc:Choice>
        <mc:Fallback>
          <p:pic>
            <p:nvPicPr>
              <p:cNvPr id="6152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79530" y="6730902"/>
                <a:ext cx="69371" cy="82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6">
            <p14:nvContentPartPr>
              <p14:cNvPr id="615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62300" y="6800850"/>
              <a:ext cx="63500" cy="19050"/>
            </p14:xfrm>
          </p:contentPart>
        </mc:Choice>
        <mc:Fallback>
          <p:pic>
            <p:nvPicPr>
              <p:cNvPr id="615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55769" y="6794500"/>
                <a:ext cx="75837" cy="31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8">
            <p14:nvContentPartPr>
              <p14:cNvPr id="6154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90950" y="6464300"/>
              <a:ext cx="463550" cy="95250"/>
            </p14:xfrm>
          </p:contentPart>
        </mc:Choice>
        <mc:Fallback>
          <p:pic>
            <p:nvPicPr>
              <p:cNvPr id="6154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84477" y="6457926"/>
                <a:ext cx="475777" cy="1072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0">
            <p14:nvContentPartPr>
              <p14:cNvPr id="6155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72050" y="3911600"/>
              <a:ext cx="190500" cy="184150"/>
            </p14:xfrm>
          </p:contentPart>
        </mc:Choice>
        <mc:Fallback>
          <p:pic>
            <p:nvPicPr>
              <p:cNvPr id="6155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65580" y="3904821"/>
                <a:ext cx="202721" cy="196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2">
            <p14:nvContentPartPr>
              <p14:cNvPr id="6156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82850" y="3321050"/>
              <a:ext cx="6311900" cy="3530600"/>
            </p14:xfrm>
          </p:contentPart>
        </mc:Choice>
        <mc:Fallback>
          <p:pic>
            <p:nvPicPr>
              <p:cNvPr id="6156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76370" y="3314571"/>
                <a:ext cx="6324140" cy="354283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22792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7. return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205" y="960120"/>
            <a:ext cx="33997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69AA"/>
                </a:solidFill>
              </a:defRPr>
            </a:pPr>
            <a:r>
              <a:rPr sz="2000"/>
              <a:t>Return a result from a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329" y="1371600"/>
            <a:ext cx="5210723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return() ends function execution at that point.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The supplied value is sent back to the calling code.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Useful when different conditions require different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4885" y="1371600"/>
            <a:ext cx="5302139" cy="4297680"/>
          </a:xfrm>
          <a:prstGeom prst="roundRect">
            <a:avLst/>
          </a:prstGeom>
          <a:solidFill>
            <a:srgbClr val="F7F8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43C5F"/>
                </a:solidFill>
                <a:latin typeface="Courier New"/>
              </a:defRPr>
            </a:pPr>
            <a:r>
              <a:rPr sz="2000"/>
              <a:t>check_num &lt;- function(x) {</a:t>
            </a:r>
            <a:r>
              <a:t/>
            </a:r>
            <a:br/>
            <a:r>
              <a:rPr sz="2000"/>
              <a:t>  if (x &gt; 0) return("Positive")</a:t>
            </a:r>
            <a:r>
              <a:t/>
            </a:r>
            <a:br/>
            <a:r>
              <a:rPr sz="2000"/>
              <a:t>  if (x &lt; 0) return("Negative")</a:t>
            </a:r>
            <a:r>
              <a:t/>
            </a:r>
            <a:br/>
            <a:r>
              <a:rPr sz="2000"/>
              <a:t>  return("Zero")</a:t>
            </a:r>
            <a:r>
              <a:t/>
            </a:r>
            <a:br/>
            <a:r>
              <a:rPr sz="2000"/>
              <a:t>}</a:t>
            </a:r>
            <a:r>
              <a:t/>
            </a:r>
            <a:br/>
            <a:r>
              <a:t/>
            </a:r>
            <a:br/>
            <a:r>
              <a:rPr sz="2000"/>
              <a:t>check_num(1)   # Positive</a:t>
            </a:r>
            <a:r>
              <a:t/>
            </a:r>
            <a:br/>
            <a:r>
              <a:rPr sz="2000"/>
              <a:t>check_num(0)   # Zero</a:t>
            </a:r>
            <a:r>
              <a:t/>
            </a:r>
            <a:br/>
            <a:r>
              <a:rPr sz="2000"/>
              <a:t>check_num(-1)  # Negative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2">
            <p14:nvContentPartPr>
              <p14:cNvPr id="717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076450" y="4229100"/>
              <a:ext cx="12700" cy="38100"/>
            </p14:xfrm>
          </p:contentPart>
        </mc:Choice>
        <mc:Fallback>
          <p:pic>
            <p:nvPicPr>
              <p:cNvPr id="71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0100" y="4222630"/>
                <a:ext cx="24694" cy="503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4">
            <p14:nvContentPartPr>
              <p14:cNvPr id="717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79550" y="3467100"/>
              <a:ext cx="1066800" cy="996950"/>
            </p14:xfrm>
          </p:contentPart>
        </mc:Choice>
        <mc:Fallback>
          <p:pic>
            <p:nvPicPr>
              <p:cNvPr id="71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3071" y="3460624"/>
                <a:ext cx="1079037" cy="1009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6">
            <p14:nvContentPartPr>
              <p14:cNvPr id="717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30450" y="4845050"/>
              <a:ext cx="139700" cy="12700"/>
            </p14:xfrm>
          </p:contentPart>
        </mc:Choice>
        <mc:Fallback>
          <p:pic>
            <p:nvPicPr>
              <p:cNvPr id="71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23986" y="4836886"/>
                <a:ext cx="151910" cy="281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717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54150" y="4724400"/>
              <a:ext cx="946150" cy="571500"/>
            </p14:xfrm>
          </p:contentPart>
        </mc:Choice>
        <mc:Fallback>
          <p:pic>
            <p:nvPicPr>
              <p:cNvPr id="71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47672" y="4717897"/>
                <a:ext cx="958386" cy="583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717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35250" y="4641850"/>
              <a:ext cx="222250" cy="311150"/>
            </p14:xfrm>
          </p:contentPart>
        </mc:Choice>
        <mc:Fallback>
          <p:pic>
            <p:nvPicPr>
              <p:cNvPr id="717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28818" y="4635375"/>
                <a:ext cx="234399" cy="3233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717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67050" y="4565650"/>
              <a:ext cx="203200" cy="304800"/>
            </p14:xfrm>
          </p:contentPart>
        </mc:Choice>
        <mc:Fallback>
          <p:pic>
            <p:nvPicPr>
              <p:cNvPr id="717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60576" y="4559218"/>
                <a:ext cx="215428" cy="31694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20778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8. next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205" y="960120"/>
            <a:ext cx="39308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69AA"/>
                </a:solidFill>
              </a:defRPr>
            </a:pPr>
            <a:r>
              <a:rPr sz="2000"/>
              <a:t>Skip the rest of the current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329" y="1371600"/>
            <a:ext cx="5210723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next does not terminate the loop.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It jumps directly to the next iteration.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Useful for filtering unwanted values during iteration.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4885" y="1371600"/>
            <a:ext cx="5302139" cy="4297680"/>
          </a:xfrm>
          <a:prstGeom prst="roundRect">
            <a:avLst/>
          </a:prstGeom>
          <a:solidFill>
            <a:srgbClr val="F7F8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43C5F"/>
                </a:solidFill>
                <a:latin typeface="Courier New"/>
              </a:defRPr>
            </a:pPr>
            <a:r>
              <a:rPr sz="2000"/>
              <a:t>x &lt;- 1:10</a:t>
            </a:r>
            <a:r>
              <a:t/>
            </a:r>
            <a:br/>
            <a:r>
              <a:t/>
            </a:r>
            <a:br/>
            <a:r>
              <a:rPr sz="2000"/>
              <a:t>for (i in x) {</a:t>
            </a:r>
            <a:r>
              <a:t/>
            </a:r>
            <a:br/>
            <a:r>
              <a:rPr sz="2000"/>
              <a:t>  if (i %% 2 != 0) {</a:t>
            </a:r>
            <a:r>
              <a:t/>
            </a:r>
            <a:br/>
            <a:r>
              <a:rPr sz="2000"/>
              <a:t>    next</a:t>
            </a:r>
            <a:r>
              <a:t/>
            </a:r>
            <a:br/>
            <a:r>
              <a:rPr sz="2000"/>
              <a:t>  }</a:t>
            </a:r>
            <a:r>
              <a:t/>
            </a:r>
            <a:br/>
            <a:r>
              <a:rPr sz="2000"/>
              <a:t>  print(i)</a:t>
            </a:r>
            <a:r>
              <a:t/>
            </a:r>
            <a:br/>
            <a:r>
              <a:rPr sz="2000"/>
              <a:t>}</a:t>
            </a:r>
            <a:r>
              <a:t/>
            </a:r>
            <a:br/>
            <a:r>
              <a:t/>
            </a:r>
            <a:br/>
            <a:r>
              <a:rPr sz="2000"/>
              <a:t># Output: 2 4 6 8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436863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Which Control Statement Should I Use?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745" y="1325880"/>
          <a:ext cx="10512861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8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223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137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Statement</a:t>
                      </a:r>
                    </a:p>
                  </a:txBody>
                  <a:tcPr marL="91416" marR="91416">
                    <a:solidFill>
                      <a:srgbClr val="2C69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Purpose</a:t>
                      </a:r>
                    </a:p>
                  </a:txBody>
                  <a:tcPr marL="91416" marR="91416">
                    <a:solidFill>
                      <a:srgbClr val="2C69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Typical Use</a:t>
                      </a:r>
                    </a:p>
                  </a:txBody>
                  <a:tcPr marL="91416" marR="91416">
                    <a:solidFill>
                      <a:srgbClr val="2C69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if / if–else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Decision making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Pass/fail, classification</a:t>
                      </a:r>
                    </a:p>
                  </a:txBody>
                  <a:tcPr marL="91416" marR="91416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for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Known repetitions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Process vector values</a:t>
                      </a:r>
                    </a:p>
                  </a:txBody>
                  <a:tcPr marL="91416" marR="91416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nested loops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Multi-level repetition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Matrix processing</a:t>
                      </a:r>
                    </a:p>
                  </a:txBody>
                  <a:tcPr marL="91416" marR="91416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while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Condition-controlled repetition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Repeat until threshold</a:t>
                      </a:r>
                    </a:p>
                  </a:txBody>
                  <a:tcPr marL="91416" marR="91416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repeat + break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Indefinite repetition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Stop when event occurs</a:t>
                      </a:r>
                    </a:p>
                  </a:txBody>
                  <a:tcPr marL="91416" marR="91416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next / return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Alter execution flow</a:t>
                      </a:r>
                    </a:p>
                  </a:txBody>
                  <a:tcPr marL="91416" marR="91416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rPr sz="2000"/>
                        <a:t>Skip iteration / exit function</a:t>
                      </a:r>
                    </a:p>
                  </a:txBody>
                  <a:tcPr marL="91416" marR="91416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23877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Classroom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746" y="1325880"/>
            <a:ext cx="5667804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Given marks &lt;- c(78, 42, 91, 35, 66, 84), print only the marks ≥ 50.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Use a for loop to inspect every mark.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Use if to test whether the mark is below 50.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Use next to skip failed marks.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sz="2000"/>
              <a:t>• Extension: classify each printed mark as Pass, First Class or Distinction.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19090" y="1417320"/>
            <a:ext cx="4662226" cy="3383280"/>
          </a:xfrm>
          <a:prstGeom prst="roundRect">
            <a:avLst/>
          </a:prstGeom>
          <a:solidFill>
            <a:srgbClr val="F7F8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43C5F"/>
                </a:solidFill>
                <a:latin typeface="Courier New"/>
              </a:defRPr>
            </a:pPr>
            <a:r>
              <a:rPr sz="2000"/>
              <a:t>marks &lt;- c(78, 42, 91, 35, 66, 84)</a:t>
            </a:r>
            <a:r>
              <a:t/>
            </a:r>
            <a:br/>
            <a:r>
              <a:t/>
            </a:r>
            <a:br/>
            <a:r>
              <a:rPr sz="2000"/>
              <a:t>for (m in marks) {</a:t>
            </a:r>
            <a:r>
              <a:t/>
            </a:r>
            <a:br/>
            <a:r>
              <a:rPr sz="2000"/>
              <a:t>  if (m &lt; 50) next</a:t>
            </a:r>
            <a:r>
              <a:t/>
            </a:r>
            <a:br/>
            <a:r>
              <a:rPr sz="2000"/>
              <a:t>  print(m)</a:t>
            </a:r>
            <a:r>
              <a:t/>
            </a:r>
            <a:br/>
            <a:r>
              <a:rPr sz="2000"/>
              <a:t>}</a:t>
            </a:r>
            <a:r>
              <a:t/>
            </a:r>
            <a:br/>
            <a:r>
              <a:t/>
            </a:r>
            <a:br/>
            <a:r>
              <a:rPr sz="2000"/>
              <a:t># Output:</a:t>
            </a:r>
            <a:r>
              <a:t/>
            </a:r>
            <a:br/>
            <a:r>
              <a:rPr sz="2000"/>
              <a:t># 78 91 66 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497" y="320040"/>
            <a:ext cx="17657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sz="20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578" y="1417320"/>
            <a:ext cx="9872948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rPr sz="2000"/>
              <a:t>• if and if–else → make decisions.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rPr sz="2000"/>
              <a:t>• for, while and repeat → perform repetition.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rPr sz="2000"/>
              <a:t>• nested loops → process multidimensional structures.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rPr sz="2000"/>
              <a:t>• break → terminate a loop; next → skip one iteration.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</a:defRPr>
            </a:pPr>
            <a:r>
              <a:rPr sz="2000"/>
              <a:t>• return → send a result back from a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497" y="6510528"/>
            <a:ext cx="40470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rPr sz="2000"/>
              <a:t>R Programming • Control Statements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Statements: if, for, while, repeat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selects a branch based on a logical condition; ifelse() is its vectorised counterpart.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323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iterates over a fixed sequence — a vector, list, or range.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912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repeats as long as a condition remains TRUE, checked before each iteration.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7490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loops indefinitely and guarantees at least one execution — it must be exited explicitly with break.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in 1:5) print(i^2)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&lt;- 5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 &gt; 0) { print(n); n &lt;- n - 1 }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{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print("runs once, then breaks")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break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for: 1 4 9 16 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while: 5 4 3 2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executes exactly once here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Control: break and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immediately terminates the innermost loop — execution resumes after the loop.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0370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skips the rest of the current iteration and moves to the next one (R's equivalent of "continue").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912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work inside for, while, and repeat.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7490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placement avoids infinite loops, especially in while and repeat.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in 1:10) {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 == 6) break     # stop entirely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 %% 2 == 0) next # skip even numbers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print(i)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Prints: 1  3 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(loop stops before reaching 6)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and Boolean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Arithmetic: + - * / ^ %% %/%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operators plus %% (modulus) and %/% (integer division); all are vectorised element-wise.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== != &lt; &gt; &lt;= &gt;=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logical vectors; used heavily inside if() and for filtering rows of a data frame.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819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Element-wise: &amp; and 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856232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vectors position by position, returning a logical vector of the same length — used for subsetting.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2450592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5237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Short-circuit: &amp;&amp; and ||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2798064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single values only and stop as soon as the result is determined — required inside if().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%in% tests membership; xor(a,b) returns TRUE only when exactly one of a, b is TRUE.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Values and Short-Circuit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and FALSE (or T / F) are R's logical constants; they behave as 1 and 0 in arithmetic.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0370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and || evaluate left to right and stop early once the outcome is certain — the second operand may never run.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912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&amp;&amp; safe for guarding against errors, e.g. checking length before indexing.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7490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can explicitly return Boolean values for use directly inside if() conditions.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numeric(0)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(length(x) &gt; 0 &amp;&amp; x[1] &gt; 5) {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print("safe: x[1] never evaluated")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is_even &lt;- function(n) n %% 2 == 0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is_even(10)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error — short-circuit prevents x[1]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is_even(10) -&gt; TRUE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33172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19456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27889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Functions, Scope and Recursion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38404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as first-class objects, R's scoping rules, recursion, replacement functions, and functional-programming tools.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Scope and Recursion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Values for Arguments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parameter can be given a default value in the function definition using name = value.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037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caller omits that argument, R substitutes the default automatically.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626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8620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can reference other parameters of the same function, evaluated lazily.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520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supports flexible, backward-compatible function signatures.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 &lt;- function(name, greeting="Hello") {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paste(greeting, name)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greet("Meera")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greet("Meera", "Welcome")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&lt;- function(x, n=2) x^n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power(5)          # square by default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Meera"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"Welcome Meera"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power(5) -&gt; 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1825" y="55563"/>
            <a:ext cx="8383588" cy="674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Boolean Values — Functions Are Objects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Boolean Values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R function can return TRUE/FALSE directly (e.g. is_valid &lt;- function(x) x &gt; 0 &amp; !is.na(x)), enabling it to be used straight inside if() or as a filter predicate.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Pattern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functions check argument validity first and return FALSE or stop() with an informative message rather than failing silently.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819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Objects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856232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R, a function is a first-class value: it can be assigned to a variable, stored in a list, passed as an argument, or returned from another function.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2450592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5237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Effect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2798064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passing functions into apply()/sapply(), writing higher-order functions, and building function factories that return customised functions.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252" y="1329884"/>
            <a:ext cx="5735428" cy="3671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97391" y="1112808"/>
            <a:ext cx="6491434" cy="465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and Scope Issues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uses lexical (static) scoping: a function looks for a free variable in the environment where it was defined, not where it is called.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323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call creates a new local environment; local variables vanish when the call ends.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912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name is not found locally, R searches enclosing environments up to the global environment, then the search path.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977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environment(f) reveals which environment a function is bound 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&lt;- 10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&lt;- function() {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&lt;- 20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 &lt;- function() print(x)  # finds enclosing x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g()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 # global x unchanged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f() prints 20 (lexical scope)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x remains 10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Upstairs: The &lt;&lt;- Operator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&lt;&lt;- is the superassignment operator: it assigns to a variable in an enclosing (parent/global) scope instead of the current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3230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variable does not exist in any enclosing scope, &lt;&lt;- creates it in the global environment.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198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3192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mechanism behind closures that retain and modify state, e.g. counters.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977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sparingly: it breaks strict function purity and can make code harder to reason about.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make_counter &lt;- function() {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 &lt;- 0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function() {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&lt;&lt;- count + 1   # writes upstairs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&lt;- make_counter()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counter(); counter(); counter()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1, then 2, then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(count persists between calls)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 function calls itself with a smaller version of the problem until it reaches a base case.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3230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recursive function needs a base case (stopping condition) and a recursive case that moves toward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198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31927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has a default call-stack limit (options("expressions")) — very deep recursion can exhaust it and error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068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206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examples: factorial, Fibonacci, and Tower of Hanoi.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 &lt;- function(n) {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&lt;= 1) return(1)      # base case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* factorial(n - 1)       # recursive case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factorial(5)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 &lt;- function(n) if (n&lt;=1) n else fib(n-1)+fib(n-2)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sapply(0:6, fib)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factorial(5) -&gt; 120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 sequence -&gt; 0 1 1 2 3 5 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Replacement Functions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function has a name ending in &lt;- and modifies part of an object, e.g. names(x) &lt;- v.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323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rewrites x &lt;- `names&lt;-`(x, value) behind the scenes when you write names(x) &lt;- value.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912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parameter must be named value, and the function must return the entire modified object.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977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replacement functions let objects support the same assignment-style syntax as built-ins.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`second&lt;-` &lt;- function(x, value) {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x[2] &lt;- value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&lt;- c(10, 20, 30)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second(v) &lt;- 99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-&gt; 10 99 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(custom replacement function in action)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for Composing Function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do.call(fun, args_list)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function using a list of arguments assembled at run time — useful when argument count or names are dynamic.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Map(fun, x, 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fun element-wise across one or more vectors/lists in parallel, returning a list.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819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Reduce(fun, x)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856232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Successively combines the elements of x using a binary function, collapsing a vector to a single accumulated value.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2450592"/>
            <a:ext cx="5349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5237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Filter(predicate, x)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2798064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the elements of x for which the predicate function returns TRUE — a functional alternative to a for-loop with if.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four functions let R code replace explicit loops with a concise, functional-programming style.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4000" y="231937"/>
            <a:ext cx="6692691" cy="6513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2006" y="469600"/>
            <a:ext cx="5068409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031471" y="1965960"/>
          <a:ext cx="8125884" cy="2926080"/>
        </p:xfrm>
        <a:graphic>
          <a:graphicData uri="http://schemas.openxmlformats.org/drawingml/2006/table">
            <a:tbl>
              <a:tblPr/>
              <a:tblGrid>
                <a:gridCol w="27086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Think of it 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do.call()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Call a function with arguments stored in a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Dynamic function call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Map()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Apply a function to corresponding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Element-by-element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Reduce()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Combine many values into 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Many → One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Filter()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Select values satisfying a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Keep matching values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33172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19456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27889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and Simulations in 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38404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randomness, reproducibility with set.seed(), and using simulation to approximate real-world and mathematical quantities.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and Simulations in 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SIMULATION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Numbers and Distributions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runif(n) draws from a uniform distribution; rnorm(n) draws from a normal distribution.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037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rpois() and rbinom() generate counts from Poisson and Binomial distributions respectively.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626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8620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set.seed(x) fixes R's random-number generator so results are exactly reproducible.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520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sample() draws a random subset from a vector, with or without replacement.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set.seed(42)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sample(1:5, 3)          # reproducible draw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runif(3, min=0, max=10)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rnorm(3, mean=50, sd=5)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-&gt; same 3 values every run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runif/rnorm -&gt; reproducible with seed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Simulations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C0E6F980-500D-9933-3FC3-AFE4266D6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77010"/>
            <a:ext cx="4509909" cy="239017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AFD85FB6-A78D-5EC5-EEEE-CF35B1511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178123"/>
            <a:ext cx="5139200" cy="15498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031471" y="1554480"/>
          <a:ext cx="8125884" cy="3749040"/>
        </p:xfrm>
        <a:graphic>
          <a:graphicData uri="http://schemas.openxmlformats.org/drawingml/2006/table">
            <a:tbl>
              <a:tblPr/>
              <a:tblGrid>
                <a:gridCol w="2031471"/>
                <a:gridCol w="2031471"/>
                <a:gridCol w="2031471"/>
                <a:gridCol w="2031471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Main idea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Uniform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Continuous or discrete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All values are equally likely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Random number from 1–6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b="1"/>
                        <a:t>Normal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Continuous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Values cluster around the 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Heights, measurement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b="1"/>
                        <a:t>Binomial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Discrete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Number of successes in a fixed number of trials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Heads in 10 coin tosses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b="1"/>
                        <a:t>Poisson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Discrete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Number of events occurring in a fixed interval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Calls received per 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SIMULATION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Simulation: Estimating 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453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methods use repeated random sampling to approximate a numeric answer.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0370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are scattered uniformly in a unit square; the fraction landing inside the inscribed circle approximates π/4.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912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improves — error shrinks — as the number of simulated trials grows.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7490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(simulate → count → estimate) underlies coin-toss and random-walk simulations.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6108192" cy="3291840"/>
          </a:xfrm>
          <a:prstGeom prst="rect">
            <a:avLst/>
          </a:prstGeom>
          <a:solidFill>
            <a:srgbClr val="06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719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916168" y="17190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55595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set.seed(1)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&lt;- 100000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runif(n); y &lt;- runif(n)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 &lt;- sum(x^2 + y^2 &lt;= 1)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pi_est &lt;- 4 * inside / n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FF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pi_est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4983480"/>
            <a:ext cx="6108192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5038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5257800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pi_est ≈ 3.14 (converges as n grows)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Simulations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79732" y="4389120"/>
            <a:ext cx="2065791" cy="2121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Student Result Processing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the Data Frame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data frame of student marks with data.frame(); inspect it with str() and summary().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Grades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ifelse() (a vectorised control statement) to assign a grade letter to every student based on marks.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392424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65576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Merge with Student Details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739896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the marks frame with a separate department/details frame on a common id column.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34256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07408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Summarise with Factors and Tables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81728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grade column to a factor and use table() / tapply() to report the distribution of grades per department.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11064240" cy="77724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276088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4924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Sort and Display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623560"/>
            <a:ext cx="10652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order() to rank students by marks and apply() / sapply() to compute summary statistics for the final report.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workflow exercises every major topic in Unit III — exactly the pattern examined in Part C, Q3.37 and Q3.43.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Example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III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21408" cy="448056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2121408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Frames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data.frame()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matrix-like ops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4564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merge() joins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4078224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/ lapply / sapply / tapply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16352" y="1554480"/>
            <a:ext cx="2121408" cy="4480560"/>
          </a:xfrm>
          <a:prstGeom prst="rect">
            <a:avLst/>
          </a:prstGeom>
          <a:solidFill>
            <a:srgbClr val="F5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2816352" y="1554480"/>
            <a:ext cx="2121408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907792" y="155448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&amp; Tables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53512" y="221284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factor(), levels()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53512" y="283464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ordered factors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3512" y="34564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table(), prop.table()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53512" y="4078224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xtabs(), cut()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84064" y="1554480"/>
            <a:ext cx="2121408" cy="448056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084064" y="1554480"/>
            <a:ext cx="2121408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175504" y="155448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21224" y="221284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/ for / while / repeat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21224" y="283464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 / next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21224" y="34564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&amp; vs &amp;&amp; , | vs ||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21224" y="4078224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short-circuit logic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51776" y="1554480"/>
            <a:ext cx="2121408" cy="4480560"/>
          </a:xfrm>
          <a:prstGeom prst="rect">
            <a:avLst/>
          </a:prstGeom>
          <a:solidFill>
            <a:srgbClr val="F5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351776" y="1554480"/>
            <a:ext cx="2121408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7443216" y="155448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&amp; Recursion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88936" y="221284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arguments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88936" y="283464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lexical scope, &lt;&lt;-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88936" y="34564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recursion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88936" y="4078224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replacement functions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88936" y="4700016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do.call/Map/Reduce/Filter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19488" y="1554480"/>
            <a:ext cx="2121408" cy="4480560"/>
          </a:xfrm>
          <a:prstGeom prst="rect">
            <a:avLst/>
          </a:prstGeom>
          <a:solidFill>
            <a:srgbClr val="EAF4F4"/>
          </a:solidFill>
          <a:ln/>
        </p:spPr>
      </p:sp>
      <p:sp>
        <p:nvSpPr>
          <p:cNvPr id="34" name="Shape 32"/>
          <p:cNvSpPr/>
          <p:nvPr/>
        </p:nvSpPr>
        <p:spPr>
          <a:xfrm>
            <a:off x="9619488" y="1554480"/>
            <a:ext cx="2121408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9710928" y="155448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&amp; Simulation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756648" y="221284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runif, rnorm, sample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56648" y="283464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set.seed()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756648" y="34564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Monte Carlo estimation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Recap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III Question Bank Coverage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 35021P28 – all questions mapped to CO3, with Bloom's Taxonomy levels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606040" cy="155448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844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Mark Each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2606040" cy="155448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83280" y="3291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5844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Marks Each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606040" cy="155448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26480" y="3291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5844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Marks Each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69680" y="2377440"/>
            <a:ext cx="2606040" cy="155448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869680" y="3291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Questions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0" y="35844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Mapped to CO3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389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Level Distribution: Remember (L1) – foundational recall · Understand (L2) – concept explanation · Apply (L3) – program design and problem solving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slides list every question in the bank, organised by MCQs, Part B (6 Marks) and Part C (10 Marks).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 – MCQ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Choice Questions (1–10 of 20)</a:t>
            </a:r>
            <a:endParaRPr lang="en-US" sz="2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34440"/>
          <a:ext cx="11247120" cy="50292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Bloom's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function creates a data frame in R?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data.frame()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merge() function do by default (all=FALSE)?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Inner join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function converts a character column to a factor in R?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Both A and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table(x) return?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A frequency table of 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R, what does the &lt;&lt;- operator do?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Assigns to a variable in the parent/global 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control statement is used to skip the current iteration in an R loop?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next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output of: is.function(mean) in R?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TRUE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function applies a function across a factor's groups in a vector?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tapply()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result of: set.seed(42); sample(1:5,3)?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Always the same reproducible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function is used for cross-tabulation of two factors in R?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Both A and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Bank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 – MCQ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Choice Questions (11–20 of 20)</a:t>
            </a:r>
            <a:endParaRPr lang="en-US" sz="2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34440"/>
          <a:ext cx="11247120" cy="50292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Bloom's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function returns the number of rows in a data frame?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nrow()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levels(factor(c('Low','High','Low'))) return?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c('Low','High')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loop structure guarantees at least one execution in R?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repeat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 default argument in an R function definition?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An argument with a pre-set value used if not supplied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function do.call() do in R?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Calls a function using a list of arguments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Boolean operator performs short-circuit evaluation on single values?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&amp;&amp;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function is used to apply a function over rows of a data frame?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apply(df, 1, FUN)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an ordered factor in R allow that a regular factor does not?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Comparison operators like &lt; and &gt;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function generates random numbers from a uniform distribution in R?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runif()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purpose of the Filter() function in R?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Select elements of a list/vector matching a predicate function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Bank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 – PART B (6 MARKS)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 Descriptive Questions (1–10 of 20)</a:t>
            </a:r>
            <a:endParaRPr lang="en-US" sz="2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34440"/>
          <a:ext cx="11274552" cy="50292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Bloom's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creation of data frames in R. Illustrate matrix-like operations on data frames with examples.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merge() function in R with examples for inner, outer, left, and right joins.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factors in R: creation, levels, ordered factors, and conversion using as.factor() with examples.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table() function in R. How is it used for frequency tables and cross-tabulation?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control statements in R: if-else, for, while, repeat, break, and next with examples.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arithmetic and Boolean operators in R. What are short-circuit operators &amp;&amp; and ||?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default values for arguments in R functions. How does R handle missing arguments?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environment and scope in R. What is lexical scoping? How does R resolve variable names?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recursion in R with factorial and Fibonacci examples. What are the risks of deep recursion?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Math and Simulations in R: rnorm(), runif(), set.seed(), sample(), and probability functions.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Bank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 – PART B (6 MARKS)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 Descriptive Questions (11–20 of 20)</a:t>
            </a:r>
            <a:endParaRPr lang="en-US" sz="2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34440"/>
          <a:ext cx="11274552" cy="50292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Bloom's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how functions are objects in R. What does this mean for passing functions as arguments?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'writing upstairs' using &lt;&lt;- in R. Explain with a closure-based counter function example.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replacement functions in R (e.g., names&lt;-, dim&lt;-). How are they defined and used?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functions to data frames using apply(), lapply(), and sapply(). Give examples.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tools for composing function code in R: do.call(), Reduce(), Map(), and Filter() with examples.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ordered factors in R. How are they used in comparison and statistical analysis?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an R program using a while loop to compute factorial iteratively. Compare with recursive approach.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use of Boolean operators (!, &amp;, |, xor) in data frame filtering with examples.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cross-tabulation using table() and xtabs(). Create a two-way frequency table from a sample dataset.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Monte Carlo simulation in R to estimate pi using uniform random numbers. Write the program.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Bank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 – PART C (10 MARKS)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C Descriptive Questions (1–10 of 20)</a:t>
            </a:r>
            <a:endParaRPr lang="en-US" sz="2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34440"/>
          <a:ext cx="11274552" cy="50292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Bloom's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data frames in R comprehensively: creation, access, modification, matrix-like operations, merging, and applying functions. Provide examples for each operation.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all join types using merge() in R (inner, outer, left, right). Write programs for each and explain when to use which join.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factors and tables in R in detail: creation, levels, ordered factors, table(), prop.table(), and cross-tabulation. Provide examples.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 comprehensive R program demonstrating all control statements: if-else, for, while, repeat, break, next with a real-world scenario for each.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R's scoping rules (lexical scoping) in detail. Illustrate environment, scope, &lt;&lt;-, and how R resolves free variables across nested functions.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functions as first-class objects in R: passing functions as arguments, returning functions, anonymous functions, and replacement functions. Provide code examples.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 complete Student Result Processing System in R using data frames: input marks, compute grades using ifelse(), merge with student details, display frequency table and sorted output.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recursion in R with examples: factorial, Fibonacci, Tower of Hanoi. Discuss stack depth limitations.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Math and Simulation in R: distributions (rnorm, runif, rpois), set.seed(), sample(). Design a Monte Carlo simulation to estimate pi and compute error at each step.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tools for composing function code in R: do.call(), Reduce(), Map(), Filter(). Build a functional data processing pipeline using these tools.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Bank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 – PART C (10 MARKS)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C Descriptive Questions (11–20 of 20)</a:t>
            </a:r>
            <a:endParaRPr lang="en-US" sz="2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34440"/>
          <a:ext cx="11274552" cy="50292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Bloom's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default values and returning Boolean values from R functions. How do you design robust functions with input validation? Provide a validated statistical function.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while, for, and repeat loops in R with respect to: syntax, use cases, break/next usage. Give a practical example for each.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an R program to: (i) create a data frame of 50 employee records, (ii) filter by department, (iii) compute salary statistics per department, (iv) merge with department data, (v) generate frequency table.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replacement functions in R (names&lt;-, levels&lt;-, dim&lt;-). Explain how they work internally. Design a custom replacement function.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Boolean operators in R (&amp;, |, !, &amp;&amp;, ||, xor). Explain short-circuit evaluation. Write a data validation function using multiple operators.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use of factors in data analysis. How do factor levels affect grouping operations in table() and tapply()? Provide examples.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 R program to simulate a coin-toss experiment 10,000 times using sample(). Compute empirical probability and compare with theoretical. Visualize with a histogram.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functional programming approach in R using Map(), Reduce(), and Filter(). Demonstrate a complete data pipeline replacing explicit loops.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an R program demonstrating: (i) writing upstairs with &lt;&lt;-, (ii) closure-based counter, (iii) memoization using environment. Explain closures in 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simulation in R to model a random walk of 1000 steps: track position, compute return probability, and plot the trajectory. Explain each step.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Bank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651052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• Unit III – Data Frames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5486400" cy="548640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82880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CHECKLIST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Unit III Assessment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743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creating, indexing, and merging data frames by hand before checking output in 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4290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explain the difference between &amp; / &amp;&amp; and | / || with a short-circuit example.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1148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recursion and &lt;&lt;- examples step by step — draw the call stack / environment chain.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800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at least one program using each of do.call(), Map(), Reduce(), and Filter().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S. Pitchumani Angayarkanni  •  Department of CSE  •  AVIT, VMRF Deemed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6585</Words>
  <Application>Microsoft Office PowerPoint</Application>
  <PresentationFormat>Custom</PresentationFormat>
  <Paragraphs>1089</Paragraphs>
  <Slides>68</Slides>
  <Notes>39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6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AVIT, VMRF Deemed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Programming - Unit III - Data Frames</dc:title>
  <dc:subject>PptxGenJS Presentation</dc:subject>
  <dc:creator>Dr. S. Pitchumani Angayarkanni</dc:creator>
  <cp:lastModifiedBy>HP</cp:lastModifiedBy>
  <cp:revision>16</cp:revision>
  <dcterms:created xsi:type="dcterms:W3CDTF">2026-08-02T08:08:53Z</dcterms:created>
  <dcterms:modified xsi:type="dcterms:W3CDTF">2026-08-18T13:01:07Z</dcterms:modified>
</cp:coreProperties>
</file>